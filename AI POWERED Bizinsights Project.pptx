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6"/>
  </p:notesMasterIdLst>
  <p:sldIdLst>
    <p:sldId id="256" r:id="rId5"/>
    <p:sldId id="2146847054" r:id="rId6"/>
    <p:sldId id="262" r:id="rId7"/>
    <p:sldId id="263" r:id="rId8"/>
    <p:sldId id="265" r:id="rId9"/>
    <p:sldId id="2146847058" r:id="rId10"/>
    <p:sldId id="2146847057" r:id="rId11"/>
    <p:sldId id="266" r:id="rId12"/>
    <p:sldId id="2146847065" r:id="rId13"/>
    <p:sldId id="2146847066" r:id="rId14"/>
    <p:sldId id="267" r:id="rId15"/>
    <p:sldId id="2146847059" r:id="rId16"/>
    <p:sldId id="2146847061" r:id="rId17"/>
    <p:sldId id="2146847060" r:id="rId18"/>
    <p:sldId id="2146847062" r:id="rId19"/>
    <p:sldId id="2146847063" r:id="rId20"/>
    <p:sldId id="268" r:id="rId21"/>
    <p:sldId id="2146847055" r:id="rId22"/>
    <p:sldId id="269" r:id="rId23"/>
    <p:sldId id="2146847056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DA07F0-89A1-466B-AEDF-8D1E33BC67CD}" v="78" dt="2026-09-14T14:54:19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at s" userId="31094b859009c1db" providerId="LiveId" clId="{FC0C9CEA-E25C-4F8E-BD9A-BC5E69AC1CF4}"/>
    <pc:docChg chg="undo redo custSel addSld delSld modSld sldOrd">
      <pc:chgData name="Mannat s" userId="31094b859009c1db" providerId="LiveId" clId="{FC0C9CEA-E25C-4F8E-BD9A-BC5E69AC1CF4}" dt="2026-09-14T14:54:19.315" v="467"/>
      <pc:docMkLst>
        <pc:docMk/>
      </pc:docMkLst>
      <pc:sldChg chg="addSp delSp modSp mod">
        <pc:chgData name="Mannat s" userId="31094b859009c1db" providerId="LiveId" clId="{FC0C9CEA-E25C-4F8E-BD9A-BC5E69AC1CF4}" dt="2026-09-14T14:32:05.577" v="457" actId="478"/>
        <pc:sldMkLst>
          <pc:docMk/>
          <pc:sldMk cId="953325580" sldId="256"/>
        </pc:sldMkLst>
        <pc:spChg chg="add del">
          <ac:chgData name="Mannat s" userId="31094b859009c1db" providerId="LiveId" clId="{FC0C9CEA-E25C-4F8E-BD9A-BC5E69AC1CF4}" dt="2026-09-14T14:32:05.577" v="457" actId="478"/>
          <ac:spMkLst>
            <pc:docMk/>
            <pc:sldMk cId="953325580" sldId="256"/>
            <ac:spMk id="3" creationId="{00000000-0000-0000-0000-000000000000}"/>
          </ac:spMkLst>
        </pc:spChg>
        <pc:spChg chg="mod">
          <ac:chgData name="Mannat s" userId="31094b859009c1db" providerId="LiveId" clId="{FC0C9CEA-E25C-4F8E-BD9A-BC5E69AC1CF4}" dt="2026-09-14T14:23:02.453" v="444" actId="20577"/>
          <ac:spMkLst>
            <pc:docMk/>
            <pc:sldMk cId="953325580" sldId="256"/>
            <ac:spMk id="4" creationId="{00000000-0000-0000-0000-000000000000}"/>
          </ac:spMkLst>
        </pc:spChg>
        <pc:picChg chg="add mod ord">
          <ac:chgData name="Mannat s" userId="31094b859009c1db" providerId="LiveId" clId="{FC0C9CEA-E25C-4F8E-BD9A-BC5E69AC1CF4}" dt="2026-09-13T11:57:54.715" v="443" actId="167"/>
          <ac:picMkLst>
            <pc:docMk/>
            <pc:sldMk cId="953325580" sldId="256"/>
            <ac:picMk id="5" creationId="{C3C6DB52-1A11-5FBF-646C-9DC17E16819E}"/>
          </ac:picMkLst>
        </pc:picChg>
      </pc:sldChg>
      <pc:sldChg chg="addSp modSp mod">
        <pc:chgData name="Mannat s" userId="31094b859009c1db" providerId="LiveId" clId="{FC0C9CEA-E25C-4F8E-BD9A-BC5E69AC1CF4}" dt="2026-09-13T11:51:43.828" v="425" actId="1076"/>
        <pc:sldMkLst>
          <pc:docMk/>
          <pc:sldMk cId="4066255318" sldId="259"/>
        </pc:sldMkLst>
        <pc:spChg chg="mod">
          <ac:chgData name="Mannat s" userId="31094b859009c1db" providerId="LiveId" clId="{FC0C9CEA-E25C-4F8E-BD9A-BC5E69AC1CF4}" dt="2026-09-13T11:51:43.828" v="425" actId="1076"/>
          <ac:spMkLst>
            <pc:docMk/>
            <pc:sldMk cId="4066255318" sldId="259"/>
            <ac:spMk id="5" creationId="{8BE4CA82-64EC-4D4E-A5E5-3EBB66E7B24C}"/>
          </ac:spMkLst>
        </pc:spChg>
        <pc:picChg chg="add mod ord">
          <ac:chgData name="Mannat s" userId="31094b859009c1db" providerId="LiveId" clId="{FC0C9CEA-E25C-4F8E-BD9A-BC5E69AC1CF4}" dt="2026-09-13T11:51:36.296" v="424" actId="1076"/>
          <ac:picMkLst>
            <pc:docMk/>
            <pc:sldMk cId="4066255318" sldId="259"/>
            <ac:picMk id="3" creationId="{BA67145A-CB8D-5067-A1AA-649FD4494B38}"/>
          </ac:picMkLst>
        </pc:picChg>
      </pc:sldChg>
      <pc:sldChg chg="modSp mod">
        <pc:chgData name="Mannat s" userId="31094b859009c1db" providerId="LiveId" clId="{FC0C9CEA-E25C-4F8E-BD9A-BC5E69AC1CF4}" dt="2026-09-14T14:23:17.905" v="446" actId="27636"/>
        <pc:sldMkLst>
          <pc:docMk/>
          <pc:sldMk cId="1186421160" sldId="262"/>
        </pc:sldMkLst>
        <pc:spChg chg="mod">
          <ac:chgData name="Mannat s" userId="31094b859009c1db" providerId="LiveId" clId="{FC0C9CEA-E25C-4F8E-BD9A-BC5E69AC1CF4}" dt="2026-09-14T14:23:17.905" v="446" actId="27636"/>
          <ac:spMkLst>
            <pc:docMk/>
            <pc:sldMk cId="1186421160" sldId="262"/>
            <ac:spMk id="2" creationId="{8FEE4A9C-3F57-7DA7-91FD-715C3FB47F93}"/>
          </ac:spMkLst>
        </pc:spChg>
      </pc:sldChg>
      <pc:sldChg chg="modSp mod">
        <pc:chgData name="Mannat s" userId="31094b859009c1db" providerId="LiveId" clId="{FC0C9CEA-E25C-4F8E-BD9A-BC5E69AC1CF4}" dt="2026-09-14T14:23:25.956" v="447" actId="20577"/>
        <pc:sldMkLst>
          <pc:docMk/>
          <pc:sldMk cId="3210358481" sldId="263"/>
        </pc:sldMkLst>
        <pc:spChg chg="mod">
          <ac:chgData name="Mannat s" userId="31094b859009c1db" providerId="LiveId" clId="{FC0C9CEA-E25C-4F8E-BD9A-BC5E69AC1CF4}" dt="2026-09-14T14:23:25.956" v="447" actId="20577"/>
          <ac:spMkLst>
            <pc:docMk/>
            <pc:sldMk cId="3210358481" sldId="263"/>
            <ac:spMk id="2" creationId="{E041FD9D-DF07-9C37-1E61-1D920E0EF1D4}"/>
          </ac:spMkLst>
        </pc:spChg>
      </pc:sldChg>
      <pc:sldChg chg="addSp delSp modSp mod">
        <pc:chgData name="Mannat s" userId="31094b859009c1db" providerId="LiveId" clId="{FC0C9CEA-E25C-4F8E-BD9A-BC5E69AC1CF4}" dt="2026-09-13T11:55:15.925" v="437" actId="14100"/>
        <pc:sldMkLst>
          <pc:docMk/>
          <pc:sldMk cId="3202024527" sldId="265"/>
        </pc:sldMkLst>
        <pc:spChg chg="add del mod">
          <ac:chgData name="Mannat s" userId="31094b859009c1db" providerId="LiveId" clId="{FC0C9CEA-E25C-4F8E-BD9A-BC5E69AC1CF4}" dt="2026-09-13T11:55:15.925" v="437" actId="14100"/>
          <ac:spMkLst>
            <pc:docMk/>
            <pc:sldMk cId="3202024527" sldId="265"/>
            <ac:spMk id="2" creationId="{C4FFAF3C-BA60-9181-132C-C36C403AAEA7}"/>
          </ac:spMkLst>
        </pc:spChg>
        <pc:graphicFrameChg chg="add del mod ord modGraphic">
          <ac:chgData name="Mannat s" userId="31094b859009c1db" providerId="LiveId" clId="{FC0C9CEA-E25C-4F8E-BD9A-BC5E69AC1CF4}" dt="2026-09-13T10:52:43.903" v="25" actId="3680"/>
          <ac:graphicFrameMkLst>
            <pc:docMk/>
            <pc:sldMk cId="3202024527" sldId="265"/>
            <ac:graphicFrameMk id="3" creationId="{A8CCF62B-7D52-DB24-B3A9-D9B428E96F7E}"/>
          </ac:graphicFrameMkLst>
        </pc:graphicFrameChg>
        <pc:graphicFrameChg chg="add del mod ord modGraphic">
          <ac:chgData name="Mannat s" userId="31094b859009c1db" providerId="LiveId" clId="{FC0C9CEA-E25C-4F8E-BD9A-BC5E69AC1CF4}" dt="2026-09-13T10:58:23.755" v="44" actId="3680"/>
          <ac:graphicFrameMkLst>
            <pc:docMk/>
            <pc:sldMk cId="3202024527" sldId="265"/>
            <ac:graphicFrameMk id="4" creationId="{90ABFAC6-3596-6170-E033-5F14DC8927A3}"/>
          </ac:graphicFrameMkLst>
        </pc:graphicFrameChg>
      </pc:sldChg>
      <pc:sldChg chg="addSp delSp modSp mod">
        <pc:chgData name="Mannat s" userId="31094b859009c1db" providerId="LiveId" clId="{FC0C9CEA-E25C-4F8E-BD9A-BC5E69AC1CF4}" dt="2026-09-13T11:30:14.153" v="260" actId="20577"/>
        <pc:sldMkLst>
          <pc:docMk/>
          <pc:sldMk cId="4154508776" sldId="266"/>
        </pc:sldMkLst>
        <pc:spChg chg="mod">
          <ac:chgData name="Mannat s" userId="31094b859009c1db" providerId="LiveId" clId="{FC0C9CEA-E25C-4F8E-BD9A-BC5E69AC1CF4}" dt="2026-09-13T11:25:58.799" v="216" actId="27636"/>
          <ac:spMkLst>
            <pc:docMk/>
            <pc:sldMk cId="4154508776" sldId="266"/>
            <ac:spMk id="2" creationId="{F7F0871F-2198-9E37-C96F-3611AA199B60}"/>
          </ac:spMkLst>
        </pc:spChg>
        <pc:spChg chg="mod">
          <ac:chgData name="Mannat s" userId="31094b859009c1db" providerId="LiveId" clId="{FC0C9CEA-E25C-4F8E-BD9A-BC5E69AC1CF4}" dt="2026-09-13T11:30:14.153" v="260" actId="20577"/>
          <ac:spMkLst>
            <pc:docMk/>
            <pc:sldMk cId="4154508776" sldId="266"/>
            <ac:spMk id="5" creationId="{8FBA75B4-2DD5-42EB-9397-F36BFB8BA723}"/>
          </ac:spMkLst>
        </pc:spChg>
        <pc:spChg chg="add del mod">
          <ac:chgData name="Mannat s" userId="31094b859009c1db" providerId="LiveId" clId="{FC0C9CEA-E25C-4F8E-BD9A-BC5E69AC1CF4}" dt="2026-09-13T11:19:51.629" v="165"/>
          <ac:spMkLst>
            <pc:docMk/>
            <pc:sldMk cId="4154508776" sldId="266"/>
            <ac:spMk id="6" creationId="{2248FA42-15CB-E932-CB1C-6AC598781931}"/>
          </ac:spMkLst>
        </pc:spChg>
        <pc:spChg chg="add mod">
          <ac:chgData name="Mannat s" userId="31094b859009c1db" providerId="LiveId" clId="{FC0C9CEA-E25C-4F8E-BD9A-BC5E69AC1CF4}" dt="2026-09-13T11:25:34.290" v="214" actId="20577"/>
          <ac:spMkLst>
            <pc:docMk/>
            <pc:sldMk cId="4154508776" sldId="266"/>
            <ac:spMk id="9" creationId="{6684BEBB-29C9-87D5-3E9F-B82B37081919}"/>
          </ac:spMkLst>
        </pc:spChg>
        <pc:graphicFrameChg chg="add del mod modGraphic">
          <ac:chgData name="Mannat s" userId="31094b859009c1db" providerId="LiveId" clId="{FC0C9CEA-E25C-4F8E-BD9A-BC5E69AC1CF4}" dt="2026-09-13T11:20:21.086" v="168" actId="21"/>
          <ac:graphicFrameMkLst>
            <pc:docMk/>
            <pc:sldMk cId="4154508776" sldId="266"/>
            <ac:graphicFrameMk id="3" creationId="{81F68B1E-F48D-2780-05AC-DEC8E0F3DE1E}"/>
          </ac:graphicFrameMkLst>
        </pc:graphicFrameChg>
        <pc:graphicFrameChg chg="add mod modGraphic">
          <ac:chgData name="Mannat s" userId="31094b859009c1db" providerId="LiveId" clId="{FC0C9CEA-E25C-4F8E-BD9A-BC5E69AC1CF4}" dt="2026-09-13T11:25:15.517" v="209" actId="1076"/>
          <ac:graphicFrameMkLst>
            <pc:docMk/>
            <pc:sldMk cId="4154508776" sldId="266"/>
            <ac:graphicFrameMk id="8" creationId="{2D79E5E8-161E-1B78-4250-03C8FFFA74BA}"/>
          </ac:graphicFrameMkLst>
        </pc:graphicFrameChg>
      </pc:sldChg>
      <pc:sldChg chg="addSp delSp modSp mod">
        <pc:chgData name="Mannat s" userId="31094b859009c1db" providerId="LiveId" clId="{FC0C9CEA-E25C-4F8E-BD9A-BC5E69AC1CF4}" dt="2026-09-13T11:08:59.784" v="125" actId="1076"/>
        <pc:sldMkLst>
          <pc:docMk/>
          <pc:sldMk cId="1483293388" sldId="267"/>
        </pc:sldMkLst>
        <pc:spChg chg="add del mod">
          <ac:chgData name="Mannat s" userId="31094b859009c1db" providerId="LiveId" clId="{FC0C9CEA-E25C-4F8E-BD9A-BC5E69AC1CF4}" dt="2026-09-13T11:06:46.500" v="107" actId="931"/>
          <ac:spMkLst>
            <pc:docMk/>
            <pc:sldMk cId="1483293388" sldId="267"/>
            <ac:spMk id="2" creationId="{D3304455-6802-6CA9-8475-2F6DD1B8D409}"/>
          </ac:spMkLst>
        </pc:spChg>
        <pc:picChg chg="add del mod ord">
          <ac:chgData name="Mannat s" userId="31094b859009c1db" providerId="LiveId" clId="{FC0C9CEA-E25C-4F8E-BD9A-BC5E69AC1CF4}" dt="2026-09-13T11:06:34.901" v="106" actId="931"/>
          <ac:picMkLst>
            <pc:docMk/>
            <pc:sldMk cId="1483293388" sldId="267"/>
            <ac:picMk id="4" creationId="{75FC5C74-D863-62A2-1188-9C8FE7AB62C9}"/>
          </ac:picMkLst>
        </pc:picChg>
        <pc:picChg chg="add del mod">
          <ac:chgData name="Mannat s" userId="31094b859009c1db" providerId="LiveId" clId="{FC0C9CEA-E25C-4F8E-BD9A-BC5E69AC1CF4}" dt="2026-09-13T11:06:34.901" v="106" actId="931"/>
          <ac:picMkLst>
            <pc:docMk/>
            <pc:sldMk cId="1483293388" sldId="267"/>
            <ac:picMk id="7" creationId="{FEAFF724-6690-4086-3A24-733E4CB66C8A}"/>
          </ac:picMkLst>
        </pc:picChg>
        <pc:picChg chg="add mod ord">
          <ac:chgData name="Mannat s" userId="31094b859009c1db" providerId="LiveId" clId="{FC0C9CEA-E25C-4F8E-BD9A-BC5E69AC1CF4}" dt="2026-09-13T11:08:00.369" v="118" actId="1076"/>
          <ac:picMkLst>
            <pc:docMk/>
            <pc:sldMk cId="1483293388" sldId="267"/>
            <ac:picMk id="9" creationId="{2851E5E5-AD80-E516-BD97-2B5BA0DC344D}"/>
          </ac:picMkLst>
        </pc:picChg>
        <pc:picChg chg="add mod modCrop">
          <ac:chgData name="Mannat s" userId="31094b859009c1db" providerId="LiveId" clId="{FC0C9CEA-E25C-4F8E-BD9A-BC5E69AC1CF4}" dt="2026-09-13T11:08:59.784" v="125" actId="1076"/>
          <ac:picMkLst>
            <pc:docMk/>
            <pc:sldMk cId="1483293388" sldId="267"/>
            <ac:picMk id="11" creationId="{98B86000-0287-56BF-4B89-2E1C138C970B}"/>
          </ac:picMkLst>
        </pc:picChg>
      </pc:sldChg>
      <pc:sldChg chg="modSp mod">
        <pc:chgData name="Mannat s" userId="31094b859009c1db" providerId="LiveId" clId="{FC0C9CEA-E25C-4F8E-BD9A-BC5E69AC1CF4}" dt="2026-09-13T11:34:58.994" v="322" actId="255"/>
        <pc:sldMkLst>
          <pc:docMk/>
          <pc:sldMk cId="3183315129" sldId="268"/>
        </pc:sldMkLst>
        <pc:spChg chg="mod">
          <ac:chgData name="Mannat s" userId="31094b859009c1db" providerId="LiveId" clId="{FC0C9CEA-E25C-4F8E-BD9A-BC5E69AC1CF4}" dt="2026-09-13T11:34:58.994" v="322" actId="255"/>
          <ac:spMkLst>
            <pc:docMk/>
            <pc:sldMk cId="3183315129" sldId="268"/>
            <ac:spMk id="2" creationId="{005E46AB-32C4-4B57-A2B1-50738A64BE1B}"/>
          </ac:spMkLst>
        </pc:spChg>
      </pc:sldChg>
      <pc:sldChg chg="modSp mod">
        <pc:chgData name="Mannat s" userId="31094b859009c1db" providerId="LiveId" clId="{FC0C9CEA-E25C-4F8E-BD9A-BC5E69AC1CF4}" dt="2026-09-13T11:46:21.391" v="408" actId="12"/>
        <pc:sldMkLst>
          <pc:docMk/>
          <pc:sldMk cId="728950222" sldId="269"/>
        </pc:sldMkLst>
        <pc:spChg chg="mod">
          <ac:chgData name="Mannat s" userId="31094b859009c1db" providerId="LiveId" clId="{FC0C9CEA-E25C-4F8E-BD9A-BC5E69AC1CF4}" dt="2026-09-13T11:46:21.391" v="408" actId="12"/>
          <ac:spMkLst>
            <pc:docMk/>
            <pc:sldMk cId="728950222" sldId="269"/>
            <ac:spMk id="2" creationId="{357C38BC-22B3-37B2-E0C3-812020A76077}"/>
          </ac:spMkLst>
        </pc:spChg>
      </pc:sldChg>
      <pc:sldChg chg="addSp delSp modSp mod">
        <pc:chgData name="Mannat s" userId="31094b859009c1db" providerId="LiveId" clId="{FC0C9CEA-E25C-4F8E-BD9A-BC5E69AC1CF4}" dt="2026-09-13T11:45:07.533" v="403" actId="208"/>
        <pc:sldMkLst>
          <pc:docMk/>
          <pc:sldMk cId="614882681" sldId="2146847055"/>
        </pc:sldMkLst>
        <pc:spChg chg="add mod">
          <ac:chgData name="Mannat s" userId="31094b859009c1db" providerId="LiveId" clId="{FC0C9CEA-E25C-4F8E-BD9A-BC5E69AC1CF4}" dt="2026-09-13T11:45:07.533" v="403" actId="208"/>
          <ac:spMkLst>
            <pc:docMk/>
            <pc:sldMk cId="614882681" sldId="2146847055"/>
            <ac:spMk id="2" creationId="{5FBCB8DE-E13F-43C9-50D6-B8907D26670B}"/>
          </ac:spMkLst>
        </pc:spChg>
        <pc:spChg chg="mod">
          <ac:chgData name="Mannat s" userId="31094b859009c1db" providerId="LiveId" clId="{FC0C9CEA-E25C-4F8E-BD9A-BC5E69AC1CF4}" dt="2026-09-13T11:45:04.590" v="402" actId="208"/>
          <ac:spMkLst>
            <pc:docMk/>
            <pc:sldMk cId="614882681" sldId="2146847055"/>
            <ac:spMk id="3" creationId="{A6638FD1-D00E-E75B-705C-564F06D93D7B}"/>
          </ac:spMkLst>
        </pc:spChg>
        <pc:spChg chg="add del mod">
          <ac:chgData name="Mannat s" userId="31094b859009c1db" providerId="LiveId" clId="{FC0C9CEA-E25C-4F8E-BD9A-BC5E69AC1CF4}" dt="2026-09-13T11:43:04.411" v="375" actId="21"/>
          <ac:spMkLst>
            <pc:docMk/>
            <pc:sldMk cId="614882681" sldId="2146847055"/>
            <ac:spMk id="4" creationId="{D8CB1197-3FC1-39FC-E5FB-3C36A4188803}"/>
          </ac:spMkLst>
        </pc:spChg>
      </pc:sldChg>
      <pc:sldChg chg="modSp mod">
        <pc:chgData name="Mannat s" userId="31094b859009c1db" providerId="LiveId" clId="{FC0C9CEA-E25C-4F8E-BD9A-BC5E69AC1CF4}" dt="2026-09-14T14:32:04.984" v="456" actId="120"/>
        <pc:sldMkLst>
          <pc:docMk/>
          <pc:sldMk cId="258852918" sldId="2146847056"/>
        </pc:sldMkLst>
        <pc:spChg chg="mod">
          <ac:chgData name="Mannat s" userId="31094b859009c1db" providerId="LiveId" clId="{FC0C9CEA-E25C-4F8E-BD9A-BC5E69AC1CF4}" dt="2026-09-14T14:32:04.984" v="456" actId="120"/>
          <ac:spMkLst>
            <pc:docMk/>
            <pc:sldMk cId="258852918" sldId="2146847056"/>
            <ac:spMk id="3" creationId="{618C47C2-EF01-12B0-99EA-861F9629D1D9}"/>
          </ac:spMkLst>
        </pc:spChg>
      </pc:sldChg>
      <pc:sldChg chg="addSp delSp modSp new mod">
        <pc:chgData name="Mannat s" userId="31094b859009c1db" providerId="LiveId" clId="{FC0C9CEA-E25C-4F8E-BD9A-BC5E69AC1CF4}" dt="2026-09-13T11:04:40.715" v="97" actId="478"/>
        <pc:sldMkLst>
          <pc:docMk/>
          <pc:sldMk cId="2880791734" sldId="2146847057"/>
        </pc:sldMkLst>
        <pc:spChg chg="mod">
          <ac:chgData name="Mannat s" userId="31094b859009c1db" providerId="LiveId" clId="{FC0C9CEA-E25C-4F8E-BD9A-BC5E69AC1CF4}" dt="2026-09-13T11:00:45.832" v="81" actId="27636"/>
          <ac:spMkLst>
            <pc:docMk/>
            <pc:sldMk cId="2880791734" sldId="2146847057"/>
            <ac:spMk id="2" creationId="{C0A27472-AB6B-1B12-E743-1530F114E485}"/>
          </ac:spMkLst>
        </pc:spChg>
        <pc:spChg chg="del">
          <ac:chgData name="Mannat s" userId="31094b859009c1db" providerId="LiveId" clId="{FC0C9CEA-E25C-4F8E-BD9A-BC5E69AC1CF4}" dt="2026-09-13T11:01:59.189" v="82" actId="3680"/>
          <ac:spMkLst>
            <pc:docMk/>
            <pc:sldMk cId="2880791734" sldId="2146847057"/>
            <ac:spMk id="3" creationId="{9D7B3980-589B-43D6-3D69-0193A2940D6B}"/>
          </ac:spMkLst>
        </pc:spChg>
        <pc:spChg chg="add mod">
          <ac:chgData name="Mannat s" userId="31094b859009c1db" providerId="LiveId" clId="{FC0C9CEA-E25C-4F8E-BD9A-BC5E69AC1CF4}" dt="2026-09-13T11:04:38.210" v="96" actId="20577"/>
          <ac:spMkLst>
            <pc:docMk/>
            <pc:sldMk cId="2880791734" sldId="2146847057"/>
            <ac:spMk id="5" creationId="{3494C499-0F8E-EDE9-65E3-FF90C8E932AC}"/>
          </ac:spMkLst>
        </pc:spChg>
        <pc:spChg chg="add del ord">
          <ac:chgData name="Mannat s" userId="31094b859009c1db" providerId="LiveId" clId="{FC0C9CEA-E25C-4F8E-BD9A-BC5E69AC1CF4}" dt="2026-09-13T11:04:40.715" v="97" actId="478"/>
          <ac:spMkLst>
            <pc:docMk/>
            <pc:sldMk cId="2880791734" sldId="2146847057"/>
            <ac:spMk id="6" creationId="{A24B91E1-9EBB-C275-92B0-7054E735A364}"/>
          </ac:spMkLst>
        </pc:spChg>
        <pc:graphicFrameChg chg="add mod ord modGraphic">
          <ac:chgData name="Mannat s" userId="31094b859009c1db" providerId="LiveId" clId="{FC0C9CEA-E25C-4F8E-BD9A-BC5E69AC1CF4}" dt="2026-09-13T11:02:50.405" v="88" actId="1076"/>
          <ac:graphicFrameMkLst>
            <pc:docMk/>
            <pc:sldMk cId="2880791734" sldId="2146847057"/>
            <ac:graphicFrameMk id="4" creationId="{9DBB14C4-7BB2-6F47-11E9-A8F43F51C557}"/>
          </ac:graphicFrameMkLst>
        </pc:graphicFrameChg>
      </pc:sldChg>
      <pc:sldChg chg="modSp new mod ord">
        <pc:chgData name="Mannat s" userId="31094b859009c1db" providerId="LiveId" clId="{FC0C9CEA-E25C-4F8E-BD9A-BC5E69AC1CF4}" dt="2026-09-13T11:00:32.998" v="77"/>
        <pc:sldMkLst>
          <pc:docMk/>
          <pc:sldMk cId="3686571442" sldId="2146847058"/>
        </pc:sldMkLst>
        <pc:spChg chg="mod">
          <ac:chgData name="Mannat s" userId="31094b859009c1db" providerId="LiveId" clId="{FC0C9CEA-E25C-4F8E-BD9A-BC5E69AC1CF4}" dt="2026-09-13T11:00:12.352" v="72" actId="27636"/>
          <ac:spMkLst>
            <pc:docMk/>
            <pc:sldMk cId="3686571442" sldId="2146847058"/>
            <ac:spMk id="2" creationId="{AC027078-CFE5-8857-5AE8-3FCECE720EE6}"/>
          </ac:spMkLst>
        </pc:spChg>
        <pc:spChg chg="mod">
          <ac:chgData name="Mannat s" userId="31094b859009c1db" providerId="LiveId" clId="{FC0C9CEA-E25C-4F8E-BD9A-BC5E69AC1CF4}" dt="2026-09-13T11:00:21.759" v="75" actId="5793"/>
          <ac:spMkLst>
            <pc:docMk/>
            <pc:sldMk cId="3686571442" sldId="2146847058"/>
            <ac:spMk id="3" creationId="{E96FA83A-6295-6902-44B9-A1F98B6D0AAA}"/>
          </ac:spMkLst>
        </pc:spChg>
      </pc:sldChg>
      <pc:sldChg chg="addSp delSp modSp add mod">
        <pc:chgData name="Mannat s" userId="31094b859009c1db" providerId="LiveId" clId="{FC0C9CEA-E25C-4F8E-BD9A-BC5E69AC1CF4}" dt="2026-09-13T11:11:17.381" v="135" actId="732"/>
        <pc:sldMkLst>
          <pc:docMk/>
          <pc:sldMk cId="295706171" sldId="2146847059"/>
        </pc:sldMkLst>
        <pc:spChg chg="add del mod">
          <ac:chgData name="Mannat s" userId="31094b859009c1db" providerId="LiveId" clId="{FC0C9CEA-E25C-4F8E-BD9A-BC5E69AC1CF4}" dt="2026-09-13T11:11:00.611" v="132" actId="931"/>
          <ac:spMkLst>
            <pc:docMk/>
            <pc:sldMk cId="295706171" sldId="2146847059"/>
            <ac:spMk id="3" creationId="{5B52B81D-F2E0-12E8-370F-AC23BE4C6D4E}"/>
          </ac:spMkLst>
        </pc:spChg>
        <pc:picChg chg="add mod ord modCrop">
          <ac:chgData name="Mannat s" userId="31094b859009c1db" providerId="LiveId" clId="{FC0C9CEA-E25C-4F8E-BD9A-BC5E69AC1CF4}" dt="2026-09-13T11:11:17.381" v="135" actId="732"/>
          <ac:picMkLst>
            <pc:docMk/>
            <pc:sldMk cId="295706171" sldId="2146847059"/>
            <ac:picMk id="6" creationId="{5F587D34-2258-C420-5D49-C6ABC4587168}"/>
          </ac:picMkLst>
        </pc:picChg>
        <pc:picChg chg="del mod">
          <ac:chgData name="Mannat s" userId="31094b859009c1db" providerId="LiveId" clId="{FC0C9CEA-E25C-4F8E-BD9A-BC5E69AC1CF4}" dt="2026-09-13T11:10:50.649" v="131" actId="478"/>
          <ac:picMkLst>
            <pc:docMk/>
            <pc:sldMk cId="295706171" sldId="2146847059"/>
            <ac:picMk id="9" creationId="{AD881D1F-9D36-A234-FA26-CB7A7F468291}"/>
          </ac:picMkLst>
        </pc:picChg>
        <pc:picChg chg="del">
          <ac:chgData name="Mannat s" userId="31094b859009c1db" providerId="LiveId" clId="{FC0C9CEA-E25C-4F8E-BD9A-BC5E69AC1CF4}" dt="2026-09-13T11:09:37.279" v="129" actId="478"/>
          <ac:picMkLst>
            <pc:docMk/>
            <pc:sldMk cId="295706171" sldId="2146847059"/>
            <ac:picMk id="11" creationId="{8E67CC73-C51E-DF7E-1DAD-8AA84B6276EF}"/>
          </ac:picMkLst>
        </pc:picChg>
      </pc:sldChg>
      <pc:sldChg chg="new del">
        <pc:chgData name="Mannat s" userId="31094b859009c1db" providerId="LiveId" clId="{FC0C9CEA-E25C-4F8E-BD9A-BC5E69AC1CF4}" dt="2026-09-13T11:09:27.959" v="127" actId="47"/>
        <pc:sldMkLst>
          <pc:docMk/>
          <pc:sldMk cId="1345110738" sldId="2146847059"/>
        </pc:sldMkLst>
      </pc:sldChg>
      <pc:sldChg chg="modSp add mod">
        <pc:chgData name="Mannat s" userId="31094b859009c1db" providerId="LiveId" clId="{FC0C9CEA-E25C-4F8E-BD9A-BC5E69AC1CF4}" dt="2026-09-13T11:13:41.348" v="147" actId="14100"/>
        <pc:sldMkLst>
          <pc:docMk/>
          <pc:sldMk cId="557916808" sldId="2146847060"/>
        </pc:sldMkLst>
        <pc:picChg chg="mod">
          <ac:chgData name="Mannat s" userId="31094b859009c1db" providerId="LiveId" clId="{FC0C9CEA-E25C-4F8E-BD9A-BC5E69AC1CF4}" dt="2026-09-13T11:13:41.348" v="147" actId="14100"/>
          <ac:picMkLst>
            <pc:docMk/>
            <pc:sldMk cId="557916808" sldId="2146847060"/>
            <ac:picMk id="6" creationId="{894C29EC-5F32-7CA4-56CF-3CC5A5540AD2}"/>
          </ac:picMkLst>
        </pc:picChg>
      </pc:sldChg>
      <pc:sldChg chg="modSp add mod">
        <pc:chgData name="Mannat s" userId="31094b859009c1db" providerId="LiveId" clId="{FC0C9CEA-E25C-4F8E-BD9A-BC5E69AC1CF4}" dt="2026-09-13T11:12:45.335" v="144" actId="14100"/>
        <pc:sldMkLst>
          <pc:docMk/>
          <pc:sldMk cId="3666956062" sldId="2146847061"/>
        </pc:sldMkLst>
        <pc:spChg chg="ord">
          <ac:chgData name="Mannat s" userId="31094b859009c1db" providerId="LiveId" clId="{FC0C9CEA-E25C-4F8E-BD9A-BC5E69AC1CF4}" dt="2026-09-13T11:12:28.860" v="143" actId="171"/>
          <ac:spMkLst>
            <pc:docMk/>
            <pc:sldMk cId="3666956062" sldId="2146847061"/>
            <ac:spMk id="5" creationId="{2CE5DD60-D3FB-B80D-DD76-BD21547364C2}"/>
          </ac:spMkLst>
        </pc:spChg>
        <pc:picChg chg="mod ord">
          <ac:chgData name="Mannat s" userId="31094b859009c1db" providerId="LiveId" clId="{FC0C9CEA-E25C-4F8E-BD9A-BC5E69AC1CF4}" dt="2026-09-13T11:12:45.335" v="144" actId="14100"/>
          <ac:picMkLst>
            <pc:docMk/>
            <pc:sldMk cId="3666956062" sldId="2146847061"/>
            <ac:picMk id="6" creationId="{286577E6-F8FE-EB33-5805-64DD271BA08F}"/>
          </ac:picMkLst>
        </pc:picChg>
      </pc:sldChg>
      <pc:sldChg chg="modSp add">
        <pc:chgData name="Mannat s" userId="31094b859009c1db" providerId="LiveId" clId="{FC0C9CEA-E25C-4F8E-BD9A-BC5E69AC1CF4}" dt="2026-09-13T11:14:14.172" v="150" actId="14826"/>
        <pc:sldMkLst>
          <pc:docMk/>
          <pc:sldMk cId="1328466306" sldId="2146847062"/>
        </pc:sldMkLst>
        <pc:picChg chg="mod">
          <ac:chgData name="Mannat s" userId="31094b859009c1db" providerId="LiveId" clId="{FC0C9CEA-E25C-4F8E-BD9A-BC5E69AC1CF4}" dt="2026-09-13T11:14:14.172" v="150" actId="14826"/>
          <ac:picMkLst>
            <pc:docMk/>
            <pc:sldMk cId="1328466306" sldId="2146847062"/>
            <ac:picMk id="6" creationId="{250D42BC-06AD-C6E5-92B3-3A23363F8DE6}"/>
          </ac:picMkLst>
        </pc:picChg>
      </pc:sldChg>
      <pc:sldChg chg="modSp add">
        <pc:chgData name="Mannat s" userId="31094b859009c1db" providerId="LiveId" clId="{FC0C9CEA-E25C-4F8E-BD9A-BC5E69AC1CF4}" dt="2026-09-13T11:14:29.291" v="151" actId="14826"/>
        <pc:sldMkLst>
          <pc:docMk/>
          <pc:sldMk cId="3470369410" sldId="2146847063"/>
        </pc:sldMkLst>
        <pc:picChg chg="mod">
          <ac:chgData name="Mannat s" userId="31094b859009c1db" providerId="LiveId" clId="{FC0C9CEA-E25C-4F8E-BD9A-BC5E69AC1CF4}" dt="2026-09-13T11:14:29.291" v="151" actId="14826"/>
          <ac:picMkLst>
            <pc:docMk/>
            <pc:sldMk cId="3470369410" sldId="2146847063"/>
            <ac:picMk id="6" creationId="{0259CB9F-9C7E-FCCD-C046-EFB894A79896}"/>
          </ac:picMkLst>
        </pc:picChg>
      </pc:sldChg>
      <pc:sldChg chg="add del">
        <pc:chgData name="Mannat s" userId="31094b859009c1db" providerId="LiveId" clId="{FC0C9CEA-E25C-4F8E-BD9A-BC5E69AC1CF4}" dt="2026-09-14T14:24:58.126" v="449" actId="2696"/>
        <pc:sldMkLst>
          <pc:docMk/>
          <pc:sldMk cId="4170630420" sldId="2146847064"/>
        </pc:sldMkLst>
      </pc:sldChg>
      <pc:sldChg chg="addSp delSp modSp new mod">
        <pc:chgData name="Mannat s" userId="31094b859009c1db" providerId="LiveId" clId="{FC0C9CEA-E25C-4F8E-BD9A-BC5E69AC1CF4}" dt="2026-09-14T14:24:43.240" v="448" actId="1076"/>
        <pc:sldMkLst>
          <pc:docMk/>
          <pc:sldMk cId="2361672422" sldId="2146847065"/>
        </pc:sldMkLst>
        <pc:spChg chg="mod">
          <ac:chgData name="Mannat s" userId="31094b859009c1db" providerId="LiveId" clId="{FC0C9CEA-E25C-4F8E-BD9A-BC5E69AC1CF4}" dt="2026-09-13T11:30:09.044" v="257" actId="20577"/>
          <ac:spMkLst>
            <pc:docMk/>
            <pc:sldMk cId="2361672422" sldId="2146847065"/>
            <ac:spMk id="2" creationId="{4922F036-0F55-9E92-9965-B4D3B290AC41}"/>
          </ac:spMkLst>
        </pc:spChg>
        <pc:spChg chg="mod">
          <ac:chgData name="Mannat s" userId="31094b859009c1db" providerId="LiveId" clId="{FC0C9CEA-E25C-4F8E-BD9A-BC5E69AC1CF4}" dt="2026-09-13T11:29:47.011" v="253" actId="27636"/>
          <ac:spMkLst>
            <pc:docMk/>
            <pc:sldMk cId="2361672422" sldId="2146847065"/>
            <ac:spMk id="3" creationId="{F4543307-DBE4-90FF-DA9A-5DFF88A23B97}"/>
          </ac:spMkLst>
        </pc:spChg>
        <pc:spChg chg="add del mod">
          <ac:chgData name="Mannat s" userId="31094b859009c1db" providerId="LiveId" clId="{FC0C9CEA-E25C-4F8E-BD9A-BC5E69AC1CF4}" dt="2026-09-13T11:27:22.295" v="231" actId="21"/>
          <ac:spMkLst>
            <pc:docMk/>
            <pc:sldMk cId="2361672422" sldId="2146847065"/>
            <ac:spMk id="8" creationId="{1F3D151E-99B3-2CB3-6B06-ADD66EA91952}"/>
          </ac:spMkLst>
        </pc:spChg>
        <pc:spChg chg="add del mod">
          <ac:chgData name="Mannat s" userId="31094b859009c1db" providerId="LiveId" clId="{FC0C9CEA-E25C-4F8E-BD9A-BC5E69AC1CF4}" dt="2026-09-13T11:29:31.378" v="248"/>
          <ac:spMkLst>
            <pc:docMk/>
            <pc:sldMk cId="2361672422" sldId="2146847065"/>
            <ac:spMk id="9" creationId="{DC976A42-344B-7D7D-99EF-8A1D843C84FA}"/>
          </ac:spMkLst>
        </pc:spChg>
        <pc:spChg chg="add del mod">
          <ac:chgData name="Mannat s" userId="31094b859009c1db" providerId="LiveId" clId="{FC0C9CEA-E25C-4F8E-BD9A-BC5E69AC1CF4}" dt="2026-09-13T11:29:31.328" v="246" actId="21"/>
          <ac:spMkLst>
            <pc:docMk/>
            <pc:sldMk cId="2361672422" sldId="2146847065"/>
            <ac:spMk id="11" creationId="{4D4E7638-8D3E-7B86-6C0B-A8B38E40FF6F}"/>
          </ac:spMkLst>
        </pc:spChg>
        <pc:spChg chg="add mod">
          <ac:chgData name="Mannat s" userId="31094b859009c1db" providerId="LiveId" clId="{FC0C9CEA-E25C-4F8E-BD9A-BC5E69AC1CF4}" dt="2026-09-14T14:24:43.240" v="448" actId="1076"/>
          <ac:spMkLst>
            <pc:docMk/>
            <pc:sldMk cId="2361672422" sldId="2146847065"/>
            <ac:spMk id="13" creationId="{BB0AF02B-9C5E-E99F-05EB-A1CB18573689}"/>
          </ac:spMkLst>
        </pc:spChg>
        <pc:graphicFrameChg chg="add del mod modGraphic">
          <ac:chgData name="Mannat s" userId="31094b859009c1db" providerId="LiveId" clId="{FC0C9CEA-E25C-4F8E-BD9A-BC5E69AC1CF4}" dt="2026-09-13T11:22:55.027" v="183" actId="21"/>
          <ac:graphicFrameMkLst>
            <pc:docMk/>
            <pc:sldMk cId="2361672422" sldId="2146847065"/>
            <ac:graphicFrameMk id="5" creationId="{A81246D1-C443-0915-1DF5-1BC992FD611B}"/>
          </ac:graphicFrameMkLst>
        </pc:graphicFrameChg>
        <pc:graphicFrameChg chg="add mod modGraphic">
          <ac:chgData name="Mannat s" userId="31094b859009c1db" providerId="LiveId" clId="{FC0C9CEA-E25C-4F8E-BD9A-BC5E69AC1CF4}" dt="2026-09-13T11:28:51.119" v="239" actId="14100"/>
          <ac:graphicFrameMkLst>
            <pc:docMk/>
            <pc:sldMk cId="2361672422" sldId="2146847065"/>
            <ac:graphicFrameMk id="6" creationId="{27A6EF08-4BEE-FB76-D9FB-EF9FA18DCFDB}"/>
          </ac:graphicFrameMkLst>
        </pc:graphicFrameChg>
      </pc:sldChg>
      <pc:sldChg chg="addSp delSp modSp add mod">
        <pc:chgData name="Mannat s" userId="31094b859009c1db" providerId="LiveId" clId="{FC0C9CEA-E25C-4F8E-BD9A-BC5E69AC1CF4}" dt="2026-09-14T14:54:19.315" v="467"/>
        <pc:sldMkLst>
          <pc:docMk/>
          <pc:sldMk cId="1866425831" sldId="2146847066"/>
        </pc:sldMkLst>
        <pc:spChg chg="mod">
          <ac:chgData name="Mannat s" userId="31094b859009c1db" providerId="LiveId" clId="{FC0C9CEA-E25C-4F8E-BD9A-BC5E69AC1CF4}" dt="2026-09-13T11:30:28.526" v="263" actId="20577"/>
          <ac:spMkLst>
            <pc:docMk/>
            <pc:sldMk cId="1866425831" sldId="2146847066"/>
            <ac:spMk id="2" creationId="{304ED0BA-C800-5AFB-5F4E-5AD593D95C13}"/>
          </ac:spMkLst>
        </pc:spChg>
        <pc:spChg chg="del mod">
          <ac:chgData name="Mannat s" userId="31094b859009c1db" providerId="LiveId" clId="{FC0C9CEA-E25C-4F8E-BD9A-BC5E69AC1CF4}" dt="2026-09-13T11:31:04.060" v="270" actId="478"/>
          <ac:spMkLst>
            <pc:docMk/>
            <pc:sldMk cId="1866425831" sldId="2146847066"/>
            <ac:spMk id="3" creationId="{1B89A790-7633-F940-1911-C3CE748AA0D1}"/>
          </ac:spMkLst>
        </pc:spChg>
        <pc:spChg chg="add del mod">
          <ac:chgData name="Mannat s" userId="31094b859009c1db" providerId="LiveId" clId="{FC0C9CEA-E25C-4F8E-BD9A-BC5E69AC1CF4}" dt="2026-09-13T11:31:01.976" v="269" actId="478"/>
          <ac:spMkLst>
            <pc:docMk/>
            <pc:sldMk cId="1866425831" sldId="2146847066"/>
            <ac:spMk id="5" creationId="{75911A34-90DF-8BB9-A24C-D0411542611D}"/>
          </ac:spMkLst>
        </pc:spChg>
        <pc:spChg chg="add del mod">
          <ac:chgData name="Mannat s" userId="31094b859009c1db" providerId="LiveId" clId="{FC0C9CEA-E25C-4F8E-BD9A-BC5E69AC1CF4}" dt="2026-09-13T11:31:19.697" v="271" actId="478"/>
          <ac:spMkLst>
            <pc:docMk/>
            <pc:sldMk cId="1866425831" sldId="2146847066"/>
            <ac:spMk id="8" creationId="{61587BD9-68DC-F35A-17EB-B83EDA8ABE03}"/>
          </ac:spMkLst>
        </pc:spChg>
        <pc:spChg chg="add del mod">
          <ac:chgData name="Mannat s" userId="31094b859009c1db" providerId="LiveId" clId="{FC0C9CEA-E25C-4F8E-BD9A-BC5E69AC1CF4}" dt="2026-09-13T11:32:31.738" v="289" actId="1076"/>
          <ac:spMkLst>
            <pc:docMk/>
            <pc:sldMk cId="1866425831" sldId="2146847066"/>
            <ac:spMk id="9" creationId="{AFE1FA37-9331-E422-6D41-2C5288120DAC}"/>
          </ac:spMkLst>
        </pc:spChg>
        <pc:spChg chg="del">
          <ac:chgData name="Mannat s" userId="31094b859009c1db" providerId="LiveId" clId="{FC0C9CEA-E25C-4F8E-BD9A-BC5E69AC1CF4}" dt="2026-09-13T11:31:22.615" v="272" actId="478"/>
          <ac:spMkLst>
            <pc:docMk/>
            <pc:sldMk cId="1866425831" sldId="2146847066"/>
            <ac:spMk id="13" creationId="{9FE2E54D-1B6F-4BB0-3615-023CBDF9D3E7}"/>
          </ac:spMkLst>
        </pc:spChg>
        <pc:graphicFrameChg chg="add mod modGraphic">
          <ac:chgData name="Mannat s" userId="31094b859009c1db" providerId="LiveId" clId="{FC0C9CEA-E25C-4F8E-BD9A-BC5E69AC1CF4}" dt="2026-09-14T14:54:19.315" v="467"/>
          <ac:graphicFrameMkLst>
            <pc:docMk/>
            <pc:sldMk cId="1866425831" sldId="2146847066"/>
            <ac:graphicFrameMk id="4" creationId="{536D4240-A7C8-633A-CEC3-90C1AF8B2220}"/>
          </ac:graphicFrameMkLst>
        </pc:graphicFrameChg>
        <pc:graphicFrameChg chg="del">
          <ac:chgData name="Mannat s" userId="31094b859009c1db" providerId="LiveId" clId="{FC0C9CEA-E25C-4F8E-BD9A-BC5E69AC1CF4}" dt="2026-09-13T11:31:26.063" v="273" actId="478"/>
          <ac:graphicFrameMkLst>
            <pc:docMk/>
            <pc:sldMk cId="1866425831" sldId="2146847066"/>
            <ac:graphicFrameMk id="6" creationId="{1096AF15-CCAF-1CEB-F91D-C1BEB6807E9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annat-Sharma-git/BizInsights.git" TargetMode="External"/><Relationship Id="rId3" Type="http://schemas.openxmlformats.org/officeDocument/2006/relationships/hyperlink" Target="https://docs.streamlit.io/" TargetMode="External"/><Relationship Id="rId7" Type="http://schemas.openxmlformats.org/officeDocument/2006/relationships/hyperlink" Target="https://numpy.org/doc/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docs/" TargetMode="External"/><Relationship Id="rId5" Type="http://schemas.openxmlformats.org/officeDocument/2006/relationships/hyperlink" Target="https://plotly.com/python/" TargetMode="External"/><Relationship Id="rId4" Type="http://schemas.openxmlformats.org/officeDocument/2006/relationships/hyperlink" Target="https://ai.google.dev/docs" TargetMode="External"/><Relationship Id="rId9" Type="http://schemas.openxmlformats.org/officeDocument/2006/relationships/hyperlink" Target="https://aistudio.google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zinsights.streamlit.app/" TargetMode="External"/><Relationship Id="rId2" Type="http://schemas.openxmlformats.org/officeDocument/2006/relationships/hyperlink" Target="https://github.com/Mannat-Sharma-git/BizInsights.gi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C6DB52-1A11-5FBF-646C-9DC17E168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1114242"/>
            <a:ext cx="1836057" cy="18360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 </a:t>
            </a:r>
            <a:r>
              <a:rPr lang="en-US" i="1" dirty="0"/>
              <a:t>AI-Powered Business Performance &amp; Decision Intelligence System for SMEs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93071" y="3866837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Mannat Sharma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Sanatan Dharma College , Ambala Cantt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– BBA | Commerce And Management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 - STU6a2da00d593fb1781374989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75" y="1539315"/>
            <a:ext cx="11029615" cy="4673324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Small and Medium Enterprises (SMEs) operate in highly competitive environments but lack access to affordable, centralized business intelligence tools that large corporations rely on for data-driven decision making.</a:t>
            </a:r>
          </a:p>
          <a:p>
            <a:pPr marL="0" indent="0">
              <a:buNone/>
            </a:pPr>
            <a:r>
              <a:rPr lang="en-US" b="1" dirty="0"/>
              <a:t>Key Challenges faced by SMEs today:</a:t>
            </a:r>
            <a:endParaRPr lang="en-US" dirty="0"/>
          </a:p>
          <a:p>
            <a:pPr lvl="0"/>
            <a:r>
              <a:rPr lang="en-US" dirty="0"/>
              <a:t>Business data is scattered across multiple spreadsheets, tools, and departments with no single unified view</a:t>
            </a:r>
          </a:p>
          <a:p>
            <a:pPr lvl="0"/>
            <a:r>
              <a:rPr lang="en-US" dirty="0"/>
              <a:t>Sales performance, customer behavior, expenses, and employee KPIs are tracked manually or not tracked at all</a:t>
            </a:r>
          </a:p>
          <a:p>
            <a:pPr lvl="0"/>
            <a:r>
              <a:rPr lang="en-US" dirty="0"/>
              <a:t>Business owners and managers make critical decisions based on gut feeling rather than real data and trends</a:t>
            </a:r>
          </a:p>
          <a:p>
            <a:pPr lvl="0"/>
            <a:r>
              <a:rPr lang="en-US" dirty="0"/>
              <a:t>There is no easy way to identify which customers are at risk, which products are underperforming, or where costs are exceeding budgets</a:t>
            </a:r>
          </a:p>
          <a:p>
            <a:pPr lvl="0"/>
            <a:r>
              <a:rPr lang="en-US" dirty="0"/>
              <a:t>SMEs cannot afford expensive BI tools like Tableau, Power BI, or SAP which are built for large enterprises</a:t>
            </a:r>
          </a:p>
          <a:p>
            <a:pPr lvl="0"/>
            <a:r>
              <a:rPr lang="en-US" dirty="0"/>
              <a:t>Without early warning systems, problems like revenue decline, expense overruns, and customer churn go unnoticed until it is too late</a:t>
            </a:r>
          </a:p>
          <a:p>
            <a:pPr lvl="0"/>
            <a:r>
              <a:rPr lang="en-US" dirty="0"/>
              <a:t>There is no intelligent system that can automatically </a:t>
            </a:r>
            <a:r>
              <a:rPr lang="en-US" dirty="0" err="1"/>
              <a:t>analyse</a:t>
            </a:r>
            <a:r>
              <a:rPr lang="en-US" dirty="0"/>
              <a:t> business data and provide actionable recommendations to management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AI-Powered Business Intelligence Platform</a:t>
            </a:r>
          </a:p>
          <a:p>
            <a:r>
              <a:rPr lang="en-US" dirty="0"/>
              <a:t>We propose a web-based Business Performance and Decision Intelligence System specifically designed for SMEs that centralizes all business data and provides intelligent, real-time insights through an easy-to-use interface.</a:t>
            </a:r>
          </a:p>
          <a:p>
            <a:pPr marL="0" indent="0">
              <a:buNone/>
            </a:pPr>
            <a:r>
              <a:rPr lang="en-US" b="1" dirty="0"/>
              <a:t>The system provides:</a:t>
            </a:r>
            <a:endParaRPr lang="en-US" dirty="0"/>
          </a:p>
          <a:p>
            <a:pPr lvl="0"/>
            <a:r>
              <a:rPr lang="en-US" dirty="0"/>
              <a:t>A single unified platform accessible from any browser — no installation required</a:t>
            </a:r>
          </a:p>
          <a:p>
            <a:pPr lvl="0"/>
            <a:r>
              <a:rPr lang="en-US" dirty="0"/>
              <a:t>Role-based access control so Administrators, Managers, and Employees each see what is relevant to them</a:t>
            </a:r>
          </a:p>
          <a:p>
            <a:pPr lvl="0"/>
            <a:r>
              <a:rPr lang="en-US" dirty="0"/>
              <a:t>An interactive Executive Dashboard with live KPI cards, trend charts, and business health gauges</a:t>
            </a:r>
          </a:p>
          <a:p>
            <a:pPr lvl="0"/>
            <a:r>
              <a:rPr lang="en-US" dirty="0"/>
              <a:t>Dedicated modules for Sales, Customer Relationship Management, Expenses, Employee Performance, Business Targets, and Reports</a:t>
            </a:r>
          </a:p>
          <a:p>
            <a:pPr lvl="0"/>
            <a:r>
              <a:rPr lang="en-US" dirty="0"/>
              <a:t>An AI-powered Business Insight engine using Google Gemini 3.6 Flash LLM that automatically reads all business data and generates executive summaries, identifies risks, spots opportunities, and gives strategic recommendations</a:t>
            </a:r>
          </a:p>
          <a:p>
            <a:pPr lvl="0"/>
            <a:r>
              <a:rPr lang="en-US" dirty="0"/>
              <a:t>An interactive Q&amp;A feature where managers can ask any business question in plain English and receive a data-driven answer instantly</a:t>
            </a:r>
          </a:p>
          <a:p>
            <a:pPr lvl="0"/>
            <a:r>
              <a:rPr lang="en-US" dirty="0"/>
              <a:t>Zero dependency on expensive enterprise software — fully free to deploy and run</a:t>
            </a:r>
            <a:br>
              <a:rPr lang="en-US" sz="12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302025"/>
            <a:ext cx="11247950" cy="51278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The development of this system follows a modular, data-driven approach divided into the following stages:</a:t>
            </a:r>
          </a:p>
          <a:p>
            <a:pPr marL="0" indent="0">
              <a:buNone/>
            </a:pPr>
            <a:r>
              <a:rPr lang="en-US" sz="1100" b="1" dirty="0"/>
              <a:t>Stage 1 — Data Layer</a:t>
            </a:r>
            <a:endParaRPr lang="en-US" sz="1100" dirty="0"/>
          </a:p>
          <a:p>
            <a:pPr lvl="0"/>
            <a:r>
              <a:rPr lang="en-US" sz="900" dirty="0"/>
              <a:t>A centralized data engine generates and manages 18 months of realistic SME business data</a:t>
            </a:r>
          </a:p>
          <a:p>
            <a:pPr lvl="0"/>
            <a:r>
              <a:rPr lang="en-US" sz="900" dirty="0"/>
              <a:t>Data covers sales transactions, customer records, expense entries, employee performance records, and monthly business targets</a:t>
            </a:r>
          </a:p>
          <a:p>
            <a:pPr lvl="0"/>
            <a:r>
              <a:rPr lang="en-US" sz="900" dirty="0"/>
              <a:t>All data is structured using Pandas </a:t>
            </a:r>
            <a:r>
              <a:rPr lang="en-US" sz="900" dirty="0" err="1"/>
              <a:t>DataFrames</a:t>
            </a:r>
            <a:r>
              <a:rPr lang="en-US" sz="900" dirty="0"/>
              <a:t> and cached for fast performance</a:t>
            </a:r>
          </a:p>
          <a:p>
            <a:pPr marL="0" indent="0">
              <a:buNone/>
            </a:pPr>
            <a:r>
              <a:rPr lang="en-US" sz="1100" b="1" dirty="0"/>
              <a:t>Stage 2 — Processing &amp; Analytics Layer</a:t>
            </a:r>
            <a:endParaRPr lang="en-US" sz="1100" dirty="0"/>
          </a:p>
          <a:p>
            <a:pPr lvl="0"/>
            <a:r>
              <a:rPr lang="en-US" sz="900" dirty="0"/>
              <a:t>Raw data is aggregated, filtered, and transformed into meaningful business metrics</a:t>
            </a:r>
          </a:p>
          <a:p>
            <a:pPr lvl="0"/>
            <a:r>
              <a:rPr lang="en-US" sz="900" dirty="0"/>
              <a:t>KPIs such as Revenue Growth, Gross Profit Margin, Win Rate, Net Profit, and Target Achievement are computed automatically</a:t>
            </a:r>
          </a:p>
          <a:p>
            <a:pPr lvl="0"/>
            <a:r>
              <a:rPr lang="en-US" sz="900" dirty="0"/>
              <a:t>Trend analysis, period comparisons, and performance scoring are applied across all modules</a:t>
            </a:r>
          </a:p>
          <a:p>
            <a:pPr marL="0" indent="0">
              <a:buNone/>
            </a:pPr>
            <a:r>
              <a:rPr lang="en-US" sz="1100" b="1" dirty="0"/>
              <a:t>Stage 3 — Visualization Layer</a:t>
            </a:r>
            <a:endParaRPr lang="en-US" sz="1100" dirty="0"/>
          </a:p>
          <a:p>
            <a:pPr lvl="0"/>
            <a:r>
              <a:rPr lang="en-US" sz="900" dirty="0"/>
              <a:t>Interactive charts and graphs are built using </a:t>
            </a:r>
            <a:r>
              <a:rPr lang="en-US" sz="900" dirty="0" err="1"/>
              <a:t>Plotly</a:t>
            </a:r>
            <a:r>
              <a:rPr lang="en-US" sz="900" dirty="0"/>
              <a:t> — bar charts, line charts, scatter plots, heatmaps, radar charts, funnels, </a:t>
            </a:r>
            <a:r>
              <a:rPr lang="en-US" sz="900" dirty="0" err="1"/>
              <a:t>treemaps</a:t>
            </a:r>
            <a:r>
              <a:rPr lang="en-US" sz="900" dirty="0"/>
              <a:t>, and gauges</a:t>
            </a:r>
          </a:p>
          <a:p>
            <a:pPr lvl="0"/>
            <a:r>
              <a:rPr lang="en-US" sz="900" dirty="0"/>
              <a:t>All visualizations are filterable and drill-down enabled</a:t>
            </a:r>
          </a:p>
          <a:p>
            <a:pPr marL="0" indent="0">
              <a:buNone/>
            </a:pPr>
            <a:r>
              <a:rPr lang="en-US" sz="1100" b="1" dirty="0"/>
              <a:t>Stage 4 — AI Intelligence Layer</a:t>
            </a:r>
            <a:endParaRPr lang="en-US" sz="1100" dirty="0"/>
          </a:p>
          <a:p>
            <a:pPr lvl="0"/>
            <a:r>
              <a:rPr lang="en-US" sz="900" dirty="0"/>
              <a:t>Business context is compiled from all data modules into a structured snapshot</a:t>
            </a:r>
          </a:p>
          <a:p>
            <a:pPr lvl="0"/>
            <a:r>
              <a:rPr lang="en-US" sz="900" dirty="0"/>
              <a:t>This snapshot is sent to Google Gemini 3.6 Flash LLM via API</a:t>
            </a:r>
          </a:p>
          <a:p>
            <a:pPr lvl="0"/>
            <a:r>
              <a:rPr lang="en-US" sz="900" dirty="0"/>
              <a:t>The model returns professional business analysis including trends, risks, opportunities, and prioritized recommendations</a:t>
            </a:r>
          </a:p>
          <a:p>
            <a:pPr lvl="0"/>
            <a:r>
              <a:rPr lang="en-US" sz="900" dirty="0"/>
              <a:t>Managers can also ask free-form questions and receive instant AI-generated answers</a:t>
            </a:r>
          </a:p>
          <a:p>
            <a:pPr marL="0" indent="0">
              <a:buNone/>
            </a:pPr>
            <a:r>
              <a:rPr lang="en-US" sz="1100" b="1" dirty="0"/>
              <a:t>Stage 5 — Access Control Layer</a:t>
            </a:r>
            <a:endParaRPr lang="en-US" sz="1100" dirty="0"/>
          </a:p>
          <a:p>
            <a:pPr lvl="0"/>
            <a:r>
              <a:rPr lang="en-US" sz="900" dirty="0"/>
              <a:t>Role-based authentication ensures each user type sees only relevant modules and data</a:t>
            </a:r>
          </a:p>
          <a:p>
            <a:pPr lvl="0"/>
            <a:r>
              <a:rPr lang="en-US" sz="900" dirty="0"/>
              <a:t>Three roles — Administrator, Manager, Employee — with different permission levels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7078-CFE5-8857-5AE8-3FCECE720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System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FA83A-6295-6902-44B9-A1F98B6D0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Hardware Requirements:</a:t>
            </a:r>
            <a:endParaRPr lang="en-US" dirty="0"/>
          </a:p>
          <a:p>
            <a:pPr lvl="0"/>
            <a:r>
              <a:rPr lang="en-US" dirty="0"/>
              <a:t>Any computer or laptop with a modern web browser</a:t>
            </a:r>
          </a:p>
          <a:p>
            <a:pPr lvl="0"/>
            <a:r>
              <a:rPr lang="en-US" dirty="0"/>
              <a:t>Minimum 4GB RAM recommended</a:t>
            </a:r>
          </a:p>
          <a:p>
            <a:pPr lvl="0"/>
            <a:r>
              <a:rPr lang="en-US" dirty="0"/>
              <a:t>Internet connection required for AI features and cloud deployment</a:t>
            </a:r>
          </a:p>
          <a:p>
            <a:pPr marL="0" indent="0">
              <a:buNone/>
            </a:pPr>
            <a:r>
              <a:rPr lang="en-US" b="1" dirty="0"/>
              <a:t>Software Requirements:</a:t>
            </a:r>
            <a:endParaRPr lang="en-US" dirty="0"/>
          </a:p>
          <a:p>
            <a:pPr lvl="0"/>
            <a:r>
              <a:rPr lang="en-US" dirty="0"/>
              <a:t>Python 3.9 or above</a:t>
            </a:r>
          </a:p>
          <a:p>
            <a:pPr lvl="0"/>
            <a:r>
              <a:rPr lang="en-US" dirty="0"/>
              <a:t>Web Browser — Chrome, Firefox, or Edge (latest version)</a:t>
            </a:r>
          </a:p>
          <a:p>
            <a:pPr lvl="0"/>
            <a:r>
              <a:rPr lang="en-US" dirty="0"/>
              <a:t>Git — for version control and GitHub deployment</a:t>
            </a:r>
          </a:p>
          <a:p>
            <a:pPr lvl="0"/>
            <a:r>
              <a:rPr lang="en-US" dirty="0" err="1"/>
              <a:t>Streamlit</a:t>
            </a:r>
            <a:r>
              <a:rPr lang="en-US" dirty="0"/>
              <a:t> Community Cloud account — for free hosting and deployment</a:t>
            </a:r>
          </a:p>
          <a:p>
            <a:pPr lvl="0"/>
            <a:r>
              <a:rPr lang="en-US" dirty="0"/>
              <a:t>Google AI Studio account — for Gemini API key (free tier available)</a:t>
            </a:r>
          </a:p>
          <a:p>
            <a:pPr marL="0" indent="0">
              <a:buNone/>
            </a:pPr>
            <a:r>
              <a:rPr lang="en-US" b="1" dirty="0"/>
              <a:t>Platform:</a:t>
            </a:r>
            <a:endParaRPr lang="en-US" dirty="0"/>
          </a:p>
          <a:p>
            <a:pPr lvl="0"/>
            <a:r>
              <a:rPr lang="en-US" dirty="0"/>
              <a:t>Developed and tested on Windows 10/11</a:t>
            </a:r>
          </a:p>
          <a:p>
            <a:pPr lvl="0"/>
            <a:r>
              <a:rPr lang="en-US" dirty="0"/>
              <a:t>Deployable on </a:t>
            </a:r>
            <a:r>
              <a:rPr lang="en-US" dirty="0" err="1"/>
              <a:t>Streamlit</a:t>
            </a:r>
            <a:r>
              <a:rPr lang="en-US" dirty="0"/>
              <a:t> Cloud (Linux environment)</a:t>
            </a:r>
          </a:p>
          <a:p>
            <a:pPr lvl="0"/>
            <a:r>
              <a:rPr lang="en-US" dirty="0"/>
              <a:t>Accessible on any device including mobile browsers after deployment</a:t>
            </a:r>
          </a:p>
        </p:txBody>
      </p:sp>
    </p:spTree>
    <p:extLst>
      <p:ext uri="{BB962C8B-B14F-4D97-AF65-F5344CB8AC3E}">
        <p14:creationId xmlns:p14="http://schemas.microsoft.com/office/powerpoint/2010/main" val="3686571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7472-AB6B-1B12-E743-1530F114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Libraries Required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BB14C4-7BB2-6F47-11E9-A8F43F51C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5599282"/>
              </p:ext>
            </p:extLst>
          </p:nvPr>
        </p:nvGraphicFramePr>
        <p:xfrm>
          <a:off x="690562" y="1517650"/>
          <a:ext cx="108108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006">
                  <a:extLst>
                    <a:ext uri="{9D8B030D-6E8A-4147-A177-3AD203B41FA5}">
                      <a16:colId xmlns:a16="http://schemas.microsoft.com/office/drawing/2014/main" val="1705515183"/>
                    </a:ext>
                  </a:extLst>
                </a:gridCol>
                <a:gridCol w="1680447">
                  <a:extLst>
                    <a:ext uri="{9D8B030D-6E8A-4147-A177-3AD203B41FA5}">
                      <a16:colId xmlns:a16="http://schemas.microsoft.com/office/drawing/2014/main" val="3917357523"/>
                    </a:ext>
                  </a:extLst>
                </a:gridCol>
                <a:gridCol w="5766422">
                  <a:extLst>
                    <a:ext uri="{9D8B030D-6E8A-4147-A177-3AD203B41FA5}">
                      <a16:colId xmlns:a16="http://schemas.microsoft.com/office/drawing/2014/main" val="1621186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1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715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Streamlit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1.35+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Web application framework — builds the entire UI using only 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25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Pandas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2.0+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Data manipulation, aggregation, filtering, and DataFrame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798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NumPy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1.24+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Numerical computations, statistical calculations, and data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707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Plotly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5.18+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Interactive charts — bar, line, scatter, pie, heatmap, radar, funnel, treemap, gauge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44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Google GenerativeAI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0.7+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975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Official Python SDK to connect with Google Gemini 3.6 Flash LLM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046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494C499-0F8E-EDE9-65E3-FF90C8E932AC}"/>
              </a:ext>
            </a:extLst>
          </p:cNvPr>
          <p:cNvSpPr txBox="1"/>
          <p:nvPr/>
        </p:nvSpPr>
        <p:spPr>
          <a:xfrm>
            <a:off x="690562" y="4025900"/>
            <a:ext cx="10810875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Why these libraries: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All libraries are open source and completely free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No frontend framework needed — </a:t>
            </a:r>
            <a:r>
              <a:rPr lang="en-US" dirty="0" err="1"/>
              <a:t>Streamlit</a:t>
            </a:r>
            <a:r>
              <a:rPr lang="en-US" dirty="0"/>
              <a:t> handles everything in pure Python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Plotly</a:t>
            </a:r>
            <a:r>
              <a:rPr lang="en-US" dirty="0"/>
              <a:t> provides professional-grade interactive charts without any JavaScript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Google </a:t>
            </a:r>
            <a:r>
              <a:rPr lang="en-US" dirty="0" err="1"/>
              <a:t>GenerativeAI</a:t>
            </a:r>
            <a:r>
              <a:rPr lang="en-US" dirty="0"/>
              <a:t> SDK makes LLM integration simple with just a few lines of Python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Total installation size is lightweight — under 200MB</a:t>
            </a:r>
          </a:p>
        </p:txBody>
      </p:sp>
    </p:spTree>
    <p:extLst>
      <p:ext uri="{BB962C8B-B14F-4D97-AF65-F5344CB8AC3E}">
        <p14:creationId xmlns:p14="http://schemas.microsoft.com/office/powerpoint/2010/main" val="2880791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 01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21" y="1394870"/>
            <a:ext cx="5268065" cy="5071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Algorithm Selection: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This system does not use a traditional machine learning algorithm for prediction. Instead it uses </a:t>
            </a:r>
            <a:r>
              <a:rPr lang="en-US" sz="1400" b="1" dirty="0">
                <a:solidFill>
                  <a:schemeClr val="tx1"/>
                </a:solidFill>
              </a:rPr>
              <a:t>Google Gemini 3.6 Flash</a:t>
            </a:r>
            <a:r>
              <a:rPr lang="en-US" sz="1400" dirty="0">
                <a:solidFill>
                  <a:schemeClr val="tx1"/>
                </a:solidFill>
              </a:rPr>
              <a:t> — a Large Language Model (LLM) — for intelligent business analysis and decision support.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Gemini 3.6 Flash was selected because: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Business intelligence requires </a:t>
            </a:r>
            <a:r>
              <a:rPr lang="en-US" sz="1400" b="1" dirty="0">
                <a:solidFill>
                  <a:schemeClr val="tx1"/>
                </a:solidFill>
              </a:rPr>
              <a:t>reasoning, summarization and recommendation</a:t>
            </a:r>
            <a:r>
              <a:rPr lang="en-US" sz="1400" dirty="0">
                <a:solidFill>
                  <a:schemeClr val="tx1"/>
                </a:solidFill>
              </a:rPr>
              <a:t> — not just numerical prediction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can </a:t>
            </a:r>
            <a:r>
              <a:rPr lang="en-US" sz="1400" dirty="0" err="1">
                <a:solidFill>
                  <a:schemeClr val="tx1"/>
                </a:solidFill>
              </a:rPr>
              <a:t>analyse</a:t>
            </a:r>
            <a:r>
              <a:rPr lang="en-US" sz="1400" dirty="0">
                <a:solidFill>
                  <a:schemeClr val="tx1"/>
                </a:solidFill>
              </a:rPr>
              <a:t> multi-dimensional business data covering sales, expenses, customers and employees </a:t>
            </a:r>
            <a:r>
              <a:rPr lang="en-US" sz="1400" b="1" dirty="0">
                <a:solidFill>
                  <a:schemeClr val="tx1"/>
                </a:solidFill>
              </a:rPr>
              <a:t>all at once</a:t>
            </a:r>
            <a:endParaRPr lang="en-US" sz="1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generates </a:t>
            </a:r>
            <a:r>
              <a:rPr lang="en-US" sz="1400" b="1" dirty="0">
                <a:solidFill>
                  <a:schemeClr val="tx1"/>
                </a:solidFill>
              </a:rPr>
              <a:t>human-readable strategic insights</a:t>
            </a:r>
            <a:r>
              <a:rPr lang="en-US" sz="1400" dirty="0">
                <a:solidFill>
                  <a:schemeClr val="tx1"/>
                </a:solidFill>
              </a:rPr>
              <a:t> that a business manager can directly act upon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supports </a:t>
            </a:r>
            <a:r>
              <a:rPr lang="en-US" sz="1400" b="1" dirty="0">
                <a:solidFill>
                  <a:schemeClr val="tx1"/>
                </a:solidFill>
              </a:rPr>
              <a:t>free-form Q&amp;A</a:t>
            </a:r>
            <a:r>
              <a:rPr lang="en-US" sz="1400" dirty="0">
                <a:solidFill>
                  <a:schemeClr val="tx1"/>
                </a:solidFill>
              </a:rPr>
              <a:t> so managers can ask any business question in plain English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is available via a </a:t>
            </a:r>
            <a:r>
              <a:rPr lang="en-US" sz="1400" b="1" dirty="0">
                <a:solidFill>
                  <a:schemeClr val="tx1"/>
                </a:solidFill>
              </a:rPr>
              <a:t>free API tier</a:t>
            </a:r>
            <a:r>
              <a:rPr lang="en-US" sz="1400" dirty="0">
                <a:solidFill>
                  <a:schemeClr val="tx1"/>
                </a:solidFill>
              </a:rPr>
              <a:t> making it suitable for SMEs with limited budgets</a:t>
            </a:r>
            <a:br>
              <a:rPr lang="en-US" sz="1400" dirty="0"/>
            </a:br>
            <a:endParaRPr lang="en-US" sz="1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79E5E8-161E-1B78-4250-03C8FFFA7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147981"/>
              </p:ext>
            </p:extLst>
          </p:nvPr>
        </p:nvGraphicFramePr>
        <p:xfrm>
          <a:off x="6604000" y="1705019"/>
          <a:ext cx="4687496" cy="47609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3748">
                  <a:extLst>
                    <a:ext uri="{9D8B030D-6E8A-4147-A177-3AD203B41FA5}">
                      <a16:colId xmlns:a16="http://schemas.microsoft.com/office/drawing/2014/main" val="535885816"/>
                    </a:ext>
                  </a:extLst>
                </a:gridCol>
                <a:gridCol w="2343748">
                  <a:extLst>
                    <a:ext uri="{9D8B030D-6E8A-4147-A177-3AD203B41FA5}">
                      <a16:colId xmlns:a16="http://schemas.microsoft.com/office/drawing/2014/main" val="1050902663"/>
                    </a:ext>
                  </a:extLst>
                </a:gridCol>
              </a:tblGrid>
              <a:tr h="31219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Input Data</a:t>
                      </a:r>
                      <a:endParaRPr lang="en-US" sz="1200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 b="1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469085"/>
                  </a:ext>
                </a:extLst>
              </a:tr>
              <a:tr h="546341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Revenue KPIs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Total revenue, growth rate, gross profit, GP margin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831135"/>
                  </a:ext>
                </a:extLst>
              </a:tr>
              <a:tr h="546341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Expense Data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Monthly expenses by category, budget vs actual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54147"/>
                  </a:ext>
                </a:extLst>
              </a:tr>
              <a:tr h="78048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Sales Data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Monthly trends, product performance, rep performance, win rate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131460"/>
                  </a:ext>
                </a:extLst>
              </a:tr>
              <a:tr h="78048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Customer Data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Top customers, at-risk customers, health scores, acquisition trends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319438"/>
                  </a:ext>
                </a:extLst>
              </a:tr>
              <a:tr h="78048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Employee Data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KPI scores by department, attendance, task completion, ratings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579323"/>
                  </a:ext>
                </a:extLst>
              </a:tr>
              <a:tr h="101463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Target Data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Revenue, expense, GP margin and customer acquisition targets vs actuals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7756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684BEBB-29C9-87D5-3E9F-B82B37081919}"/>
              </a:ext>
            </a:extLst>
          </p:cNvPr>
          <p:cNvSpPr txBox="1"/>
          <p:nvPr/>
        </p:nvSpPr>
        <p:spPr>
          <a:xfrm>
            <a:off x="8374125" y="1232452"/>
            <a:ext cx="2525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Input : -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F036-0F55-9E92-9965-B4D3B290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 02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43307-DBE4-90FF-DA9A-5DFF88A23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302026"/>
            <a:ext cx="5761550" cy="49826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Training Process:</a:t>
            </a:r>
            <a:endParaRPr lang="en-US" dirty="0"/>
          </a:p>
          <a:p>
            <a:r>
              <a:rPr lang="en-US" dirty="0"/>
              <a:t>Since Gemini 3.6 Flash is a </a:t>
            </a:r>
            <a:r>
              <a:rPr lang="en-US" b="1" dirty="0"/>
              <a:t>pre-trained foundation model</a:t>
            </a:r>
            <a:r>
              <a:rPr lang="en-US" dirty="0"/>
              <a:t>, no custom training is required. The system instead uses </a:t>
            </a:r>
            <a:r>
              <a:rPr lang="en-US" b="1" dirty="0"/>
              <a:t>Prompt Engineering</a:t>
            </a:r>
            <a:r>
              <a:rPr lang="en-US" dirty="0"/>
              <a:t> as its core methodology:</a:t>
            </a:r>
          </a:p>
          <a:p>
            <a:pPr lvl="0"/>
            <a:r>
              <a:rPr lang="en-US" dirty="0"/>
              <a:t>A detailed </a:t>
            </a:r>
            <a:r>
              <a:rPr lang="en-US" b="1" dirty="0"/>
              <a:t>system prompt</a:t>
            </a:r>
            <a:r>
              <a:rPr lang="en-US" dirty="0"/>
              <a:t> defines the AI persona as a Senior Business Intelligence Analyst</a:t>
            </a:r>
          </a:p>
          <a:p>
            <a:pPr lvl="0"/>
            <a:r>
              <a:rPr lang="en-US" dirty="0"/>
              <a:t>A </a:t>
            </a:r>
            <a:r>
              <a:rPr lang="en-US" b="1" dirty="0"/>
              <a:t>business context prompt</a:t>
            </a:r>
            <a:r>
              <a:rPr lang="en-US" dirty="0"/>
              <a:t> is dynamically built from 18 months of live business data</a:t>
            </a:r>
          </a:p>
          <a:p>
            <a:pPr lvl="0"/>
            <a:r>
              <a:rPr lang="en-US" dirty="0"/>
              <a:t>The prompt instructs the model to identify trends, flag risks, highlight opportunities and provide prioritized recommendations</a:t>
            </a:r>
          </a:p>
          <a:p>
            <a:pPr lvl="0"/>
            <a:r>
              <a:rPr lang="en-US" b="1" dirty="0"/>
              <a:t>Temperature is set to 0.4</a:t>
            </a:r>
            <a:r>
              <a:rPr lang="en-US" dirty="0"/>
              <a:t> to ensure responses are focused, consistent and professional rather than creative or random</a:t>
            </a:r>
          </a:p>
          <a:p>
            <a:pPr lvl="0"/>
            <a:r>
              <a:rPr lang="en-US" dirty="0"/>
              <a:t>Five specialized prompt templates are used — Full Review, Revenue Analysis, Cost Analysis, Customer Intelligence and Workforce Analysis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A6EF08-4BEE-FB76-D9FB-EF9FA18DC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88414"/>
              </p:ext>
            </p:extLst>
          </p:nvPr>
        </p:nvGraphicFramePr>
        <p:xfrm>
          <a:off x="6792686" y="1946413"/>
          <a:ext cx="4329348" cy="3467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920">
                  <a:extLst>
                    <a:ext uri="{9D8B030D-6E8A-4147-A177-3AD203B41FA5}">
                      <a16:colId xmlns:a16="http://schemas.microsoft.com/office/drawing/2014/main" val="416351897"/>
                    </a:ext>
                  </a:extLst>
                </a:gridCol>
                <a:gridCol w="3434428">
                  <a:extLst>
                    <a:ext uri="{9D8B030D-6E8A-4147-A177-3AD203B41FA5}">
                      <a16:colId xmlns:a16="http://schemas.microsoft.com/office/drawing/2014/main" val="274623329"/>
                    </a:ext>
                  </a:extLst>
                </a:gridCol>
              </a:tblGrid>
              <a:tr h="29720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Step</a:t>
                      </a:r>
                      <a:endParaRPr lang="en-US" sz="1200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Process</a:t>
                      </a:r>
                      <a:endParaRPr lang="en-US" sz="1200" b="1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722327"/>
                  </a:ext>
                </a:extLst>
              </a:tr>
              <a:tr h="49534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Step 1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User selects an analysis module or types a question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525329"/>
                  </a:ext>
                </a:extLst>
              </a:tr>
              <a:tr h="49534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Step 2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System compiles all relevant business data into a structured text snapshot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178051"/>
                  </a:ext>
                </a:extLst>
              </a:tr>
              <a:tr h="49534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Step 3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Snapshot + specialized prompt is sent to Gemini 3.6 Flash API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67931"/>
                  </a:ext>
                </a:extLst>
              </a:tr>
              <a:tr h="49534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Step 4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Gemini analyses the data and returns a detailed business report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564752"/>
                  </a:ext>
                </a:extLst>
              </a:tr>
              <a:tr h="69348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Step 5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>
                          <a:effectLst/>
                        </a:rPr>
                        <a:t>Report is displayed in the app with sections for Summary, Risks, Opportunities and Recommendations</a:t>
                      </a:r>
                      <a:endParaRPr lang="en-US" sz="1200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135678"/>
                  </a:ext>
                </a:extLst>
              </a:tr>
              <a:tr h="49534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Step 6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200" dirty="0">
                          <a:effectLst/>
                        </a:rPr>
                        <a:t>User can ask follow-up questions via the interactive Q&amp;A tab</a:t>
                      </a:r>
                      <a:endParaRPr lang="en-US" sz="1200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34420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B0AF02B-9C5E-E99F-05EB-A1CB18573689}"/>
              </a:ext>
            </a:extLst>
          </p:cNvPr>
          <p:cNvSpPr txBox="1"/>
          <p:nvPr/>
        </p:nvSpPr>
        <p:spPr>
          <a:xfrm>
            <a:off x="8156588" y="1404766"/>
            <a:ext cx="1976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Analysis Process:</a:t>
            </a:r>
            <a:endParaRPr lang="en-US" sz="1800" b="0" i="0" dirty="0">
              <a:solidFill>
                <a:srgbClr val="BBBEBF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36167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4C59-C9B8-66D0-A338-E90270D0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D0BA-C800-5AFB-5F4E-5AD593D9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 03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6D4240-A7C8-633A-CEC3-90C1AF8B2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283"/>
              </p:ext>
            </p:extLst>
          </p:nvPr>
        </p:nvGraphicFramePr>
        <p:xfrm>
          <a:off x="1306286" y="2162629"/>
          <a:ext cx="8360228" cy="3570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7291">
                  <a:extLst>
                    <a:ext uri="{9D8B030D-6E8A-4147-A177-3AD203B41FA5}">
                      <a16:colId xmlns:a16="http://schemas.microsoft.com/office/drawing/2014/main" val="1035209442"/>
                    </a:ext>
                  </a:extLst>
                </a:gridCol>
                <a:gridCol w="6982937">
                  <a:extLst>
                    <a:ext uri="{9D8B030D-6E8A-4147-A177-3AD203B41FA5}">
                      <a16:colId xmlns:a16="http://schemas.microsoft.com/office/drawing/2014/main" val="3358221027"/>
                    </a:ext>
                  </a:extLst>
                </a:gridCol>
              </a:tblGrid>
              <a:tr h="39165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</a:rPr>
                        <a:t>Component</a:t>
                      </a:r>
                      <a:endParaRPr lang="en-US" sz="1800" b="1" i="0">
                        <a:solidFill>
                          <a:srgbClr val="BFBF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</a:rPr>
                        <a:t>Details</a:t>
                      </a:r>
                      <a:endParaRPr lang="en-US" sz="1800" b="1" i="0" dirty="0">
                        <a:solidFill>
                          <a:srgbClr val="BFBF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261896"/>
                  </a:ext>
                </a:extLst>
              </a:tr>
              <a:tr h="60648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</a:rPr>
                        <a:t>Version Control</a:t>
                      </a:r>
                      <a:endParaRPr lang="en-US" sz="18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</a:rPr>
                        <a:t>GitHub — source code hosted at github.com/Mannat-Sharma-git/BizInsights</a:t>
                      </a:r>
                      <a:endParaRPr lang="en-US" sz="18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64822"/>
                  </a:ext>
                </a:extLst>
              </a:tr>
              <a:tr h="60648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</a:rPr>
                        <a:t>Hosting Platform</a:t>
                      </a:r>
                      <a:endParaRPr lang="en-US" sz="18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</a:rPr>
                        <a:t>Streamlit Community Cloud — free, one-click deployment</a:t>
                      </a:r>
                      <a:endParaRPr lang="en-US" sz="18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527168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</a:rPr>
                        <a:t>Main File</a:t>
                      </a:r>
                      <a:endParaRPr lang="en-US" sz="18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</a:rPr>
                        <a:t>app.py</a:t>
                      </a:r>
                      <a:endParaRPr lang="en-US" sz="18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238002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</a:rPr>
                        <a:t>Live URL</a:t>
                      </a:r>
                      <a:endParaRPr lang="en-US" sz="18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</a:rPr>
                        <a:t>https://bizinsights.streamlit.app/</a:t>
                      </a:r>
                      <a:endParaRPr lang="en-US" sz="18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461355"/>
                  </a:ext>
                </a:extLst>
              </a:tr>
              <a:tr h="1115717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</a:rPr>
                        <a:t>Access</a:t>
                      </a:r>
                      <a:endParaRPr lang="en-US" sz="18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</a:rPr>
                        <a:t>Available on any device via browser — desktop, tablet or mobile</a:t>
                      </a:r>
                      <a:endParaRPr lang="en-US" sz="18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97396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FE1FA37-9331-E422-6D41-2C5288120DAC}"/>
              </a:ext>
            </a:extLst>
          </p:cNvPr>
          <p:cNvSpPr txBox="1"/>
          <p:nvPr/>
        </p:nvSpPr>
        <p:spPr>
          <a:xfrm>
            <a:off x="4680857" y="1683658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Deployment: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2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51E5E5-AD80-E516-BD97-2B5BA0DC3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2754" y="702156"/>
            <a:ext cx="7271234" cy="40072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B86000-0287-56BF-4B89-2E1C138C97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511"/>
          <a:stretch>
            <a:fillRect/>
          </a:stretch>
        </p:blipFill>
        <p:spPr>
          <a:xfrm>
            <a:off x="3941778" y="4846211"/>
            <a:ext cx="5073186" cy="201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C903E-0148-6A63-0C67-5A8D7D84C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1EC7EF-CE71-D388-14B8-F8917827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587D34-2258-C420-5D49-C6ABC4587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32732" y="1232452"/>
            <a:ext cx="9802982" cy="498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6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5786-20FA-FC67-B2DB-3385CEFE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E5DD60-D3FB-B80D-DD76-BD215473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6577E6-F8FE-EB33-5805-64DD271BA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56962" y="1232452"/>
            <a:ext cx="10346467" cy="525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56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40ED-7D4B-A9DC-C773-220A7426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0C94D1-977C-E07A-A873-1AD9C7A4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4C29EC-5F32-7CA4-56CF-3CC5A5540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32732" y="1232452"/>
            <a:ext cx="9802982" cy="51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16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BA1B-795D-10F2-FEA3-384C1412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D9AA95-FC0C-4CF3-3E4C-6B63F3B9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0D42BC-06AD-C6E5-92B3-3A23363F8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32732" y="1232452"/>
            <a:ext cx="9802982" cy="51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6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7C71-82C6-7954-34F4-5DCD46E0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3DBF9B-A7CA-C650-E62D-71E3C072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59CB9F-9C7E-FCCD-C046-EFB894A79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32732" y="1232452"/>
            <a:ext cx="9802982" cy="51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69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Summary:</a:t>
            </a:r>
            <a:endParaRPr lang="en-US" sz="1200" dirty="0"/>
          </a:p>
          <a:p>
            <a:r>
              <a:rPr lang="en-US" sz="1200" dirty="0"/>
              <a:t>This project successfully built and deployed an AI-Powered Business Performance and Decision Intelligence System for SMEs using </a:t>
            </a:r>
            <a:r>
              <a:rPr lang="en-US" sz="1200" b="1" dirty="0"/>
              <a:t>100% Python</a:t>
            </a:r>
            <a:r>
              <a:rPr lang="en-US" sz="1200" dirty="0"/>
              <a:t> — no HTML, CSS or JavaScript — with </a:t>
            </a:r>
            <a:r>
              <a:rPr lang="en-US" sz="1200" dirty="0" err="1"/>
              <a:t>Streamlit</a:t>
            </a:r>
            <a:r>
              <a:rPr lang="en-US" sz="1200" dirty="0"/>
              <a:t> and Google Gemini 3.6 Flash LLM.</a:t>
            </a:r>
          </a:p>
          <a:p>
            <a:pPr marL="0" indent="0">
              <a:buNone/>
            </a:pPr>
            <a:r>
              <a:rPr lang="en-US" sz="1200" b="1" dirty="0"/>
              <a:t>Key Outcomes:</a:t>
            </a:r>
            <a:endParaRPr lang="en-US" sz="1200" dirty="0"/>
          </a:p>
          <a:p>
            <a:pPr lvl="0"/>
            <a:r>
              <a:rPr lang="en-US" sz="1200" dirty="0"/>
              <a:t>Centralized platform covering Sales, CRM, Expenses, Employees, Targets and Reports in one place</a:t>
            </a:r>
          </a:p>
          <a:p>
            <a:pPr lvl="0"/>
            <a:r>
              <a:rPr lang="en-US" sz="1200" dirty="0"/>
              <a:t>AI generates a complete business review with risks, opportunities and recommendations in under 10 seconds</a:t>
            </a:r>
          </a:p>
          <a:p>
            <a:pPr lvl="0"/>
            <a:r>
              <a:rPr lang="en-US" sz="1200" dirty="0"/>
              <a:t>Role-based access ensures the right people see the right data</a:t>
            </a:r>
          </a:p>
          <a:p>
            <a:pPr lvl="0"/>
            <a:r>
              <a:rPr lang="en-US" sz="1200" dirty="0"/>
              <a:t>Deployed live on </a:t>
            </a:r>
            <a:r>
              <a:rPr lang="en-US" sz="1200" dirty="0" err="1"/>
              <a:t>Streamlit</a:t>
            </a:r>
            <a:r>
              <a:rPr lang="en-US" sz="1200" dirty="0"/>
              <a:t> Cloud — accessible from any device for free</a:t>
            </a:r>
          </a:p>
          <a:p>
            <a:pPr marL="0" indent="0">
              <a:buNone/>
            </a:pPr>
            <a:r>
              <a:rPr lang="en-US" sz="1200" b="1" dirty="0"/>
              <a:t>Challenges Faced:</a:t>
            </a:r>
            <a:endParaRPr lang="en-US" sz="1200" dirty="0"/>
          </a:p>
          <a:p>
            <a:pPr lvl="0"/>
            <a:r>
              <a:rPr lang="en-US" sz="1200" dirty="0"/>
              <a:t>Gemini 3.6 Flash model was deprecated mid-development — updated to Gemini 3.6 Flash</a:t>
            </a:r>
          </a:p>
          <a:p>
            <a:pPr lvl="0"/>
            <a:r>
              <a:rPr lang="en-US" sz="1200" dirty="0"/>
              <a:t>GitHub folder structure had to be corrected for successful cloud deployment</a:t>
            </a:r>
          </a:p>
          <a:p>
            <a:pPr lvl="0"/>
            <a:r>
              <a:rPr lang="en-US" sz="1200" dirty="0"/>
              <a:t>Building a professional UI using only Python </a:t>
            </a:r>
            <a:r>
              <a:rPr lang="en-US" sz="1200" dirty="0" err="1"/>
              <a:t>Streamlit</a:t>
            </a:r>
            <a:r>
              <a:rPr lang="en-US" sz="1200" dirty="0"/>
              <a:t> components without any HTML or CSS</a:t>
            </a:r>
          </a:p>
          <a:p>
            <a:pPr marL="0" indent="0">
              <a:buNone/>
            </a:pPr>
            <a:r>
              <a:rPr lang="en-US" sz="1200" b="1" dirty="0"/>
              <a:t>Final Remark:</a:t>
            </a:r>
            <a:endParaRPr lang="en-US" sz="1200" dirty="0"/>
          </a:p>
          <a:p>
            <a:r>
              <a:rPr lang="en-US" sz="1200" i="1" dirty="0"/>
              <a:t>"This system proves that Artificial Intelligence is no longer exclusive to large corporations — SMEs can now make faster, smarter and more confident business decisions using free, open-source tools."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302025"/>
            <a:ext cx="6153436" cy="4924603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b="1" dirty="0"/>
              <a:t>1. Advanced AI &amp; Machine Learning Integration:</a:t>
            </a:r>
            <a:endParaRPr lang="en-US" sz="1100" dirty="0"/>
          </a:p>
          <a:p>
            <a:pPr lvl="0"/>
            <a:r>
              <a:rPr lang="en-US" sz="1100" dirty="0"/>
              <a:t>Replace prompt-based analysis with a </a:t>
            </a:r>
            <a:r>
              <a:rPr lang="en-US" sz="1100" b="1" dirty="0"/>
              <a:t>fine-tuned LLM</a:t>
            </a:r>
            <a:r>
              <a:rPr lang="en-US" sz="1100" dirty="0"/>
              <a:t> trained specifically on SME business data for more accurate domain-specific insights</a:t>
            </a:r>
          </a:p>
          <a:p>
            <a:pPr lvl="0"/>
            <a:r>
              <a:rPr lang="en-US" sz="1100" dirty="0"/>
              <a:t>Add </a:t>
            </a:r>
            <a:r>
              <a:rPr lang="en-US" sz="1100" b="1" dirty="0"/>
              <a:t>time-series forecasting</a:t>
            </a:r>
            <a:r>
              <a:rPr lang="en-US" sz="1100" dirty="0"/>
              <a:t> using LSTM or Prophet models to predict future revenue, expenses and customer churn</a:t>
            </a:r>
          </a:p>
          <a:p>
            <a:pPr lvl="0"/>
            <a:r>
              <a:rPr lang="en-US" sz="1100" dirty="0"/>
              <a:t>Implement </a:t>
            </a:r>
            <a:r>
              <a:rPr lang="en-US" sz="1100" b="1" dirty="0"/>
              <a:t>anomaly detection</a:t>
            </a:r>
            <a:r>
              <a:rPr lang="en-US" sz="1100" dirty="0"/>
              <a:t> algorithms to automatically flag unusual spikes in expenses or sudden drops in sales</a:t>
            </a:r>
          </a:p>
          <a:p>
            <a:pPr marL="0" indent="0">
              <a:buNone/>
            </a:pPr>
            <a:r>
              <a:rPr lang="en-US" sz="1100" b="1" dirty="0"/>
              <a:t>2. Additional Data Sources:</a:t>
            </a:r>
            <a:endParaRPr lang="en-US" sz="1100" dirty="0"/>
          </a:p>
          <a:p>
            <a:pPr lvl="0"/>
            <a:r>
              <a:rPr lang="en-US" sz="1100" dirty="0"/>
              <a:t>Integrate with </a:t>
            </a:r>
            <a:r>
              <a:rPr lang="en-US" sz="1100" b="1" dirty="0"/>
              <a:t>live databases</a:t>
            </a:r>
            <a:r>
              <a:rPr lang="en-US" sz="1100" dirty="0"/>
              <a:t> such as MySQL and PostgreSQL for real business transaction data</a:t>
            </a:r>
          </a:p>
          <a:p>
            <a:pPr lvl="0"/>
            <a:r>
              <a:rPr lang="en-US" sz="1100" dirty="0"/>
              <a:t>Connect with </a:t>
            </a:r>
            <a:r>
              <a:rPr lang="en-US" sz="1100" b="1" dirty="0"/>
              <a:t>ERP and accounting software</a:t>
            </a:r>
            <a:r>
              <a:rPr lang="en-US" sz="1100" dirty="0"/>
              <a:t> like Tally, QuickBooks or Zoho Books via APIs</a:t>
            </a:r>
          </a:p>
          <a:p>
            <a:pPr lvl="0"/>
            <a:r>
              <a:rPr lang="en-US" sz="1100" dirty="0"/>
              <a:t>Pull </a:t>
            </a:r>
            <a:r>
              <a:rPr lang="en-US" sz="1100" b="1" dirty="0"/>
              <a:t>social media and market sentiment data</a:t>
            </a:r>
            <a:r>
              <a:rPr lang="en-US" sz="1100" dirty="0"/>
              <a:t> to correlate external trends with business performance</a:t>
            </a:r>
          </a:p>
          <a:p>
            <a:pPr marL="0" indent="0">
              <a:buNone/>
            </a:pPr>
            <a:r>
              <a:rPr lang="en-US" sz="1100" b="1" dirty="0"/>
              <a:t>3. System Expansion:</a:t>
            </a:r>
            <a:endParaRPr lang="en-US" sz="1100" dirty="0"/>
          </a:p>
          <a:p>
            <a:pPr lvl="0"/>
            <a:r>
              <a:rPr lang="en-US" sz="1100" dirty="0"/>
              <a:t>Add </a:t>
            </a:r>
            <a:r>
              <a:rPr lang="en-US" sz="1100" b="1" dirty="0"/>
              <a:t>multi-company support</a:t>
            </a:r>
            <a:r>
              <a:rPr lang="en-US" sz="1100" dirty="0"/>
              <a:t> so multiple SMEs can use the same platform with isolated data environments</a:t>
            </a:r>
          </a:p>
          <a:p>
            <a:pPr lvl="0"/>
            <a:r>
              <a:rPr lang="en-US" sz="1100" dirty="0"/>
              <a:t>Build a </a:t>
            </a:r>
            <a:r>
              <a:rPr lang="en-US" sz="1100" b="1" dirty="0"/>
              <a:t>mobile application</a:t>
            </a:r>
            <a:r>
              <a:rPr lang="en-US" sz="1100" dirty="0"/>
              <a:t> for on-the-go KPI monitoring by business owners</a:t>
            </a:r>
          </a:p>
          <a:p>
            <a:pPr lvl="0"/>
            <a:r>
              <a:rPr lang="en-US" sz="1100" dirty="0"/>
              <a:t>Enable </a:t>
            </a:r>
            <a:r>
              <a:rPr lang="en-US" sz="1100" b="1" dirty="0"/>
              <a:t>automated email and WhatsApp alerts</a:t>
            </a:r>
            <a:r>
              <a:rPr lang="en-US" sz="1100" dirty="0"/>
              <a:t> when critical KPIs fall below set thresholds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FBCB8DE-E13F-43C9-50D6-B8907D26670B}"/>
              </a:ext>
            </a:extLst>
          </p:cNvPr>
          <p:cNvSpPr txBox="1">
            <a:spLocks/>
          </p:cNvSpPr>
          <p:nvPr/>
        </p:nvSpPr>
        <p:spPr>
          <a:xfrm>
            <a:off x="6966856" y="1392739"/>
            <a:ext cx="4368801" cy="47431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/>
              <a:t>4. Emerging Technologies:</a:t>
            </a:r>
            <a:endParaRPr lang="en-US" sz="1200" dirty="0"/>
          </a:p>
          <a:p>
            <a:pPr lvl="0"/>
            <a:r>
              <a:rPr lang="en-US" sz="1200" dirty="0"/>
              <a:t>Integrate </a:t>
            </a:r>
            <a:r>
              <a:rPr lang="en-US" sz="1200" b="1" dirty="0"/>
              <a:t>Retrieval Augmented Generation (RAG)</a:t>
            </a:r>
            <a:r>
              <a:rPr lang="en-US" sz="1200" dirty="0"/>
              <a:t> so the AI can reference historical reports and past decisions when generating new recommendations</a:t>
            </a:r>
          </a:p>
          <a:p>
            <a:pPr lvl="0"/>
            <a:r>
              <a:rPr lang="en-US" sz="1200" dirty="0"/>
              <a:t>Apply </a:t>
            </a:r>
            <a:r>
              <a:rPr lang="en-US" sz="1200" b="1" dirty="0"/>
              <a:t>Natural Language Processing (NLP)</a:t>
            </a:r>
            <a:r>
              <a:rPr lang="en-US" sz="1200" dirty="0"/>
              <a:t> to </a:t>
            </a:r>
            <a:r>
              <a:rPr lang="en-US" sz="1200" dirty="0" err="1"/>
              <a:t>analyse</a:t>
            </a:r>
            <a:r>
              <a:rPr lang="en-US" sz="1200" dirty="0"/>
              <a:t> customer feedback and reviews and include sentiment scores in the CRM module</a:t>
            </a:r>
          </a:p>
          <a:p>
            <a:pPr lvl="0"/>
            <a:r>
              <a:rPr lang="en-US" sz="1200" dirty="0"/>
              <a:t>Use </a:t>
            </a:r>
            <a:r>
              <a:rPr lang="en-US" sz="1200" b="1" dirty="0"/>
              <a:t>AutoML</a:t>
            </a:r>
            <a:r>
              <a:rPr lang="en-US" sz="1200" dirty="0"/>
              <a:t> to automatically select and train the best forecasting model based on available business data patterns</a:t>
            </a:r>
          </a:p>
          <a:p>
            <a:pPr marL="0" lvl="0" indent="0">
              <a:buNone/>
            </a:pPr>
            <a:r>
              <a:rPr lang="en-US" sz="1200" b="1" dirty="0"/>
              <a:t>5. Performance Optimization:</a:t>
            </a:r>
            <a:endParaRPr lang="en-US" sz="1200" dirty="0"/>
          </a:p>
          <a:p>
            <a:pPr lvl="0"/>
            <a:r>
              <a:rPr lang="en-US" sz="1200" dirty="0"/>
              <a:t>Shift from cached sample data to </a:t>
            </a:r>
            <a:r>
              <a:rPr lang="en-US" sz="1200" b="1" dirty="0"/>
              <a:t>real-time streaming data pipelines</a:t>
            </a:r>
            <a:r>
              <a:rPr lang="en-US" sz="1200" dirty="0"/>
              <a:t> using Apache Kafka or AWS Kinesis</a:t>
            </a:r>
          </a:p>
          <a:p>
            <a:pPr lvl="0"/>
            <a:r>
              <a:rPr lang="en-US" sz="1200" dirty="0"/>
              <a:t>Add </a:t>
            </a:r>
            <a:r>
              <a:rPr lang="en-US" sz="1200" b="1" dirty="0"/>
              <a:t>role-specific personalized dashboards</a:t>
            </a:r>
            <a:r>
              <a:rPr lang="en-US" sz="1200" dirty="0"/>
              <a:t> that learn from user behavior and surface the most relevant metrics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Python Software Foundation. (2024). </a:t>
            </a:r>
            <a:r>
              <a:rPr lang="en-US" i="1" dirty="0"/>
              <a:t>Python 3.14.6 Standard Library Documentation.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link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Streamlit</a:t>
            </a:r>
            <a:r>
              <a:rPr lang="en-US" dirty="0"/>
              <a:t> Inc. (2024). </a:t>
            </a:r>
            <a:r>
              <a:rPr lang="en-US" i="1" dirty="0" err="1"/>
              <a:t>Streamlit</a:t>
            </a:r>
            <a:r>
              <a:rPr lang="en-US" i="1" dirty="0"/>
              <a:t> Documentation.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link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Google DeepMind. (2024). </a:t>
            </a:r>
            <a:r>
              <a:rPr lang="en-US" i="1" dirty="0"/>
              <a:t>Gemini API Documentation.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link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Plotly</a:t>
            </a:r>
            <a:r>
              <a:rPr lang="en-US" dirty="0"/>
              <a:t> Technologies. (2024). </a:t>
            </a:r>
            <a:r>
              <a:rPr lang="en-US" i="1" dirty="0" err="1"/>
              <a:t>Plotly</a:t>
            </a:r>
            <a:r>
              <a:rPr lang="en-US" i="1" dirty="0"/>
              <a:t> Python Library.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link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The Pandas Team. (2024). </a:t>
            </a:r>
            <a:r>
              <a:rPr lang="en-US" i="1" dirty="0"/>
              <a:t>Pandas Documentation.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link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NumPy Developers. (2024). </a:t>
            </a:r>
            <a:r>
              <a:rPr lang="en-US" i="1" dirty="0"/>
              <a:t>NumPy Documentation.</a:t>
            </a:r>
            <a:r>
              <a:rPr lang="en-US" dirty="0"/>
              <a:t> </a:t>
            </a:r>
            <a:r>
              <a:rPr lang="en-US" dirty="0">
                <a:hlinkClick r:id="rId7"/>
              </a:rPr>
              <a:t>link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Sharma, M. (2025). </a:t>
            </a:r>
            <a:r>
              <a:rPr lang="en-US" i="1" dirty="0" err="1"/>
              <a:t>BizInsights</a:t>
            </a:r>
            <a:r>
              <a:rPr lang="en-US" i="1" dirty="0"/>
              <a:t> — AI-Powered BI System for SMEs.</a:t>
            </a:r>
            <a:r>
              <a:rPr lang="en-US" dirty="0"/>
              <a:t> GitHub. </a:t>
            </a:r>
            <a:r>
              <a:rPr lang="en-US" dirty="0">
                <a:hlinkClick r:id="rId8"/>
              </a:rPr>
              <a:t>link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Google AI Studio. (2024). </a:t>
            </a:r>
            <a:r>
              <a:rPr lang="en-US" i="1" dirty="0"/>
              <a:t>Gemini Prompt Engineering Guide.</a:t>
            </a:r>
            <a:r>
              <a:rPr lang="en-US" dirty="0"/>
              <a:t> </a:t>
            </a:r>
            <a:r>
              <a:rPr lang="en-US" dirty="0">
                <a:hlinkClick r:id="rId9"/>
              </a:rPr>
              <a:t>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dirty="0" err="1"/>
              <a:t>Github</a:t>
            </a:r>
            <a:r>
              <a:rPr lang="en-IN" dirty="0"/>
              <a:t> Link:   </a:t>
            </a:r>
            <a:r>
              <a:rPr lang="en-IN" dirty="0">
                <a:hlinkClick r:id="rId2"/>
              </a:rPr>
              <a:t>Open-</a:t>
            </a:r>
            <a:r>
              <a:rPr lang="en-IN" dirty="0" err="1">
                <a:hlinkClick r:id="rId2"/>
              </a:rPr>
              <a:t>BizInsights</a:t>
            </a:r>
            <a:r>
              <a:rPr lang="en-IN" dirty="0">
                <a:hlinkClick r:id="rId2"/>
              </a:rPr>
              <a:t>-Repository</a:t>
            </a:r>
            <a:endParaRPr lang="en-IN" dirty="0"/>
          </a:p>
          <a:p>
            <a:pPr marL="305435" indent="-305435"/>
            <a:endParaRPr lang="en-US" dirty="0"/>
          </a:p>
          <a:p>
            <a:pPr marL="305435" indent="-305435"/>
            <a:r>
              <a:rPr lang="en-IN" dirty="0"/>
              <a:t>Deployment: </a:t>
            </a:r>
            <a:r>
              <a:rPr lang="en-IN" dirty="0" err="1">
                <a:hlinkClick r:id="rId3" tooltip="https://bizinsights.streamlit.app/"/>
              </a:rPr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-up of succulent plant against white background">
            <a:extLst>
              <a:ext uri="{FF2B5EF4-FFF2-40B4-BE49-F238E27FC236}">
                <a16:creationId xmlns:a16="http://schemas.microsoft.com/office/drawing/2014/main" id="{BA67145A-CB8D-5067-A1AA-649FD4494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755651"/>
            <a:ext cx="10116457" cy="569050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628" y="1227703"/>
            <a:ext cx="9298744" cy="398292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89</TotalTime>
  <Words>1945</Words>
  <Application>Microsoft Office PowerPoint</Application>
  <PresentationFormat>Widescreen</PresentationFormat>
  <Paragraphs>217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Franklin Gothic Book</vt:lpstr>
      <vt:lpstr>Franklin Gothic Demi</vt:lpstr>
      <vt:lpstr>Segoe WPC</vt:lpstr>
      <vt:lpstr>Wingdings 2</vt:lpstr>
      <vt:lpstr>DividendVTI</vt:lpstr>
      <vt:lpstr> AI-Powered Business Performance &amp; Decision Intelligence System for SMEs</vt:lpstr>
      <vt:lpstr>OUTLINE</vt:lpstr>
      <vt:lpstr>Problem Statement</vt:lpstr>
      <vt:lpstr>Proposed Solution</vt:lpstr>
      <vt:lpstr>System  Approach</vt:lpstr>
      <vt:lpstr> System Requirements</vt:lpstr>
      <vt:lpstr>Libraries Required</vt:lpstr>
      <vt:lpstr>Algorithm &amp; Deployment 01</vt:lpstr>
      <vt:lpstr>Algorithm &amp; Deployment 02</vt:lpstr>
      <vt:lpstr>Algorithm &amp; Deployment 03</vt:lpstr>
      <vt:lpstr>Result</vt:lpstr>
      <vt:lpstr>Result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mannat ss</cp:lastModifiedBy>
  <cp:revision>4</cp:revision>
  <dcterms:created xsi:type="dcterms:W3CDTF">2021-05-26T16:50:10Z</dcterms:created>
  <dcterms:modified xsi:type="dcterms:W3CDTF">2026-09-14T14:54:30Z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